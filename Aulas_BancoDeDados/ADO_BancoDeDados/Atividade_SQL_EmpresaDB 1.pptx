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1" r:id="rId2"/>
    <p:sldId id="2562" r:id="rId3"/>
    <p:sldId id="2563" r:id="rId4"/>
    <p:sldId id="2564" r:id="rId5"/>
    <p:sldId id="2565" r:id="rId6"/>
    <p:sldId id="2568" r:id="rId7"/>
    <p:sldId id="2569" r:id="rId8"/>
    <p:sldId id="2566" r:id="rId9"/>
    <p:sldId id="25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tividade Prática de SQL e Modelagem de Dados – EmpresaDB" id="{F8588ECE-FF18-4249-8E4A-06EBFC688837}">
          <p14:sldIdLst>
            <p14:sldId id="2561"/>
          </p14:sldIdLst>
        </p14:section>
        <p14:section name="Desenvolvimento da Atividade SQL e Banco de Dados EmpresaDB" id="{C36D6335-ED07-4FA2-8C4C-404B919297F2}">
          <p14:sldIdLst>
            <p14:sldId id="2562"/>
            <p14:sldId id="2563"/>
            <p14:sldId id="2564"/>
            <p14:sldId id="2565"/>
            <p14:sldId id="2568"/>
            <p14:sldId id="2569"/>
            <p14:sldId id="2566"/>
            <p14:sldId id="25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64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293E08-14BA-4B41-BFF4-9A93E89FD94A}" type="datetimeFigureOut">
              <a:t>06/04/2026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07EBE2-9074-4D31-97C1-4A9E3D9DA01B}" type="slidenum">
              <a:t>‹nº›</a:t>
            </a:fld>
            <a:endParaRPr lang="en-US"/>
          </a:p>
        </p:txBody>
      </p:sp>
    </p:spTree>
    <p:extLst>
      <p:ext uri="{BB962C8B-B14F-4D97-AF65-F5344CB8AC3E}">
        <p14:creationId xmlns:p14="http://schemas.microsoft.com/office/powerpoint/2010/main" val="194973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Os conteúdos gerados por IA poderão estar incorretos.
---
</a:t>
            </a:r>
          </a:p>
        </p:txBody>
      </p:sp>
      <p:sp>
        <p:nvSpPr>
          <p:cNvPr id="4" name="Slide Number Placeholder 3"/>
          <p:cNvSpPr>
            <a:spLocks noGrp="1"/>
          </p:cNvSpPr>
          <p:nvPr>
            <p:ph type="sldNum" sz="quarter" idx="5"/>
          </p:nvPr>
        </p:nvSpPr>
        <p:spPr/>
        <p:txBody>
          <a:bodyPr/>
          <a:lstStyle/>
          <a:p>
            <a:fld id="{EE0BE8FC-528A-4D8B-87C7-5426D756A376}" type="slidenum">
              <a:t>1</a:t>
            </a:fld>
            <a:endParaRPr lang="en-US"/>
          </a:p>
        </p:txBody>
      </p:sp>
    </p:spTree>
    <p:extLst>
      <p:ext uri="{BB962C8B-B14F-4D97-AF65-F5344CB8AC3E}">
        <p14:creationId xmlns:p14="http://schemas.microsoft.com/office/powerpoint/2010/main" val="211971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Modelo Entidade-Relacionamento (ER) do Banco EmpresaDB, Estrutura e Explicação do Banco de Dados EmpresaDB, Consultas SQL Realizadas e Resultados Obtidos, Análise Simples dos Dados da Empresa, Conclusão Geral da Atividade</a:t>
            </a:r>
          </a:p>
        </p:txBody>
      </p:sp>
      <p:sp>
        <p:nvSpPr>
          <p:cNvPr id="4" name="Slide Number Placeholder 3"/>
          <p:cNvSpPr>
            <a:spLocks noGrp="1"/>
          </p:cNvSpPr>
          <p:nvPr>
            <p:ph type="sldNum" sz="quarter" idx="5"/>
          </p:nvPr>
        </p:nvSpPr>
        <p:spPr/>
        <p:txBody>
          <a:bodyPr/>
          <a:lstStyle/>
          <a:p>
            <a:fld id="{EE0BE8FC-528A-4D8B-87C7-5426D756A376}" type="slidenum">
              <a:t>2</a:t>
            </a:fld>
            <a:endParaRPr lang="en-US"/>
          </a:p>
        </p:txBody>
      </p:sp>
    </p:spTree>
    <p:extLst>
      <p:ext uri="{BB962C8B-B14F-4D97-AF65-F5344CB8AC3E}">
        <p14:creationId xmlns:p14="http://schemas.microsoft.com/office/powerpoint/2010/main" val="3713518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 modelo Entidade-Relacionamento (ER) do banco de dados EmpresaDB foi desenvolvido com o objetivo de representar de forma clara e organizada a estrutura lógica das informações de uma empresa. Esse modelo é fundamental para compreender como os dados se relacionam antes da implementação física no banco de dados. Foram definidas duas entidades principais: Funcionarios e Departamentos, que representam, respectivamente, os colaboradores da empresa e as áreas organizacionais às quais eles pertencem. A entidade Funcionarios possui atributos essenciais para o controle de informações trabalhistas, como id, nome, cargo, salario, data_admissao e departamento_id. Já a entidade Departamentos contém os atributos id e nome, suficientes para identificar e diferenciar cada setor da empresa. O relacionamento entre as entidades é do tipo um-para-muitos (1:N), indicando que um departamento pode ter vários funcionários, mas cada funcionário está associado a apenas um departamento. Esse relacionamento é implementado por meio da chave estrangeira departamento_id na tabela Funcionarios, que referencia a chave primária id da tabela Departamentos. As chaves primárias garantem a unicidade de cada registro, enquanto a chave estrangeira assegura a integridade referencial entre as tabelas. A representação visual em PowerPoint permite identificar facilmente as entidades, seus atributos, as chaves primárias (PK) e estrangeiras (FK), além da cardinalidade do relacionamento. Esse modelo ER serve como base para a criação correta das tabelas no banco de dados, reduzindo erros de estrutura, evitando redundâncias e facilitando futuras manutenções ou expansões do sistema. Assim, o modelo ER é uma etapa essencial no processo de modelagem de dados e no aprendizado dos conceitos fundamentais de bancos de dados relacionais.</a:t>
            </a:r>
          </a:p>
        </p:txBody>
      </p:sp>
      <p:sp>
        <p:nvSpPr>
          <p:cNvPr id="4" name="Slide Number Placeholder 3"/>
          <p:cNvSpPr>
            <a:spLocks noGrp="1"/>
          </p:cNvSpPr>
          <p:nvPr>
            <p:ph type="sldNum" sz="quarter" idx="5"/>
          </p:nvPr>
        </p:nvSpPr>
        <p:spPr/>
        <p:txBody>
          <a:bodyPr/>
          <a:lstStyle/>
          <a:p>
            <a:fld id="{EE0BE8FC-528A-4D8B-87C7-5426D756A376}" type="slidenum">
              <a:t>3</a:t>
            </a:fld>
            <a:endParaRPr lang="en-US"/>
          </a:p>
        </p:txBody>
      </p:sp>
    </p:spTree>
    <p:extLst>
      <p:ext uri="{BB962C8B-B14F-4D97-AF65-F5344CB8AC3E}">
        <p14:creationId xmlns:p14="http://schemas.microsoft.com/office/powerpoint/2010/main" val="2109420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 banco de dados EmpresaDB foi criado com a finalidade de armazenar e organizar informações relacionadas aos departamentos e funcionários de uma empresa de forma estruturada e eficiente. Inicialmente, foi realizada a criação do banco de dados propriamente dito, seguido pela definição das tabelas que o compõem. A tabela Departamentos é responsável por registrar os setores da empresa, contendo um identificador único (id) com auto incremento e o nome do departamento. Essa tabela serve como referência para a organização interna e possibilita categorizar os funcionários conforme sua área de atuação. A tabela Funcionarios armazena informações detalhadas sobre cada colaborador, incluindo id, nome, cargo, salario, data_admissao e departamento_id. O campo departamento_id atua como chave estrangeira, estabelecendo o vínculo entre o funcionário e o departamento ao qual ele pertence. Essa relação é fundamental para garantir a consistência dos dados e permitir consultas mais completas utilizando JOIN. A escolha dos tipos de dados, como VARCHAR para textos, DECIMAL para valores salariais e DATE para datas, foi feita de acordo com boas práticas de modelagem, garantindo precisão e desempenho adequado. Além disso, foram aplicadas restrições como NOT NULL, assegurando que campos essenciais não fiquem vazios. Essa estrutura facilita operações comuns do dia a dia, como consultas, atualizações e remoções, além de permitir análises simples sobre a distribuição de funcionários por departamento. O banco EmpresaDB exemplifica um modelo básico, porém realista, amplamente utilizado em sistemas corporativos, sendo ideal para fins educacionais e para a prática de comandos SQL fundamentais.</a:t>
            </a:r>
          </a:p>
        </p:txBody>
      </p:sp>
      <p:sp>
        <p:nvSpPr>
          <p:cNvPr id="4" name="Slide Number Placeholder 3"/>
          <p:cNvSpPr>
            <a:spLocks noGrp="1"/>
          </p:cNvSpPr>
          <p:nvPr>
            <p:ph type="sldNum" sz="quarter" idx="5"/>
          </p:nvPr>
        </p:nvSpPr>
        <p:spPr/>
        <p:txBody>
          <a:bodyPr/>
          <a:lstStyle/>
          <a:p>
            <a:fld id="{EE0BE8FC-528A-4D8B-87C7-5426D756A376}" type="slidenum">
              <a:t>4</a:t>
            </a:fld>
            <a:endParaRPr lang="en-US"/>
          </a:p>
        </p:txBody>
      </p:sp>
    </p:spTree>
    <p:extLst>
      <p:ext uri="{BB962C8B-B14F-4D97-AF65-F5344CB8AC3E}">
        <p14:creationId xmlns:p14="http://schemas.microsoft.com/office/powerpoint/2010/main" val="1252609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As consultas SQL realizadas no banco de dados EmpresaDB tiveram como objetivo extrair informações relevantes a partir dos dados armazenados, demonstrando o uso prático dos comandos SELECT e JOIN. A primeira consulta seleciona todos os registros da tabela Funcionarios, permitindo uma visão geral de todos os colaboradores cadastrados no sistema. Em seguida, foi realizada uma consulta específica para listar apenas os funcionários pertencentes ao departamento de TI, utilizando uma condição de filtro baseada no nome do departamento. Essa consulta demonstra a importância da correta relação entre tabelas e do uso de JOIN para combinar informações de Funcionarios e Departamentos. Outra consulta importante foi a seleção de funcionários com salário superior a R$ 5.000,00, exemplificando o uso de operadores de comparação para análise salarial. Além disso, foi utilizada uma consulta com JOIN para exibir, simultaneamente, o nome do funcionário e o nome do seu respectivo departamento, tornando a informação mais completa e compreensível. Essas consultas são amplamente utilizadas em sistemas reais para geração de relatórios e apoio à tomada de decisão. No PowerPoint, os resultados dessas consultas podem ser apresentados por meio de prints das execuções no ambiente de banco de dados, facilitando a visualização dos dados retornados. A explicação dos resultados ajuda a compreender como os dados estão organizados e como diferentes filtros e junções impactam a informação exibida. Dessa forma, as consultas SQL demonstram a eficiência do modelo criado e reforçam o aprendizado prático dos principais comandos de consulta em bancos de dados relacionais.</a:t>
            </a:r>
          </a:p>
        </p:txBody>
      </p:sp>
      <p:sp>
        <p:nvSpPr>
          <p:cNvPr id="4" name="Slide Number Placeholder 3"/>
          <p:cNvSpPr>
            <a:spLocks noGrp="1"/>
          </p:cNvSpPr>
          <p:nvPr>
            <p:ph type="sldNum" sz="quarter" idx="5"/>
          </p:nvPr>
        </p:nvSpPr>
        <p:spPr/>
        <p:txBody>
          <a:bodyPr/>
          <a:lstStyle/>
          <a:p>
            <a:fld id="{EE0BE8FC-528A-4D8B-87C7-5426D756A376}" type="slidenum">
              <a:t>5</a:t>
            </a:fld>
            <a:endParaRPr lang="en-US"/>
          </a:p>
        </p:txBody>
      </p:sp>
    </p:spTree>
    <p:extLst>
      <p:ext uri="{BB962C8B-B14F-4D97-AF65-F5344CB8AC3E}">
        <p14:creationId xmlns:p14="http://schemas.microsoft.com/office/powerpoint/2010/main" val="919179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B784B-9B70-F453-8735-C7DE630E7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E4B65-7003-D0E8-DD75-2DB9A69FF6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8D306D-C890-F5F0-0985-DF1509682ABA}"/>
              </a:ext>
            </a:extLst>
          </p:cNvPr>
          <p:cNvSpPr>
            <a:spLocks noGrp="1"/>
          </p:cNvSpPr>
          <p:nvPr>
            <p:ph type="body" idx="1"/>
          </p:nvPr>
        </p:nvSpPr>
        <p:spPr/>
        <p:txBody>
          <a:bodyPr/>
          <a:lstStyle/>
          <a:p>
            <a:r>
              <a:rPr lang="en-US"/>
              <a:t>
As consultas SQL realizadas no banco de dados EmpresaDB tiveram como objetivo extrair informações relevantes a partir dos dados armazenados, demonstrando o uso prático dos comandos SELECT e JOIN. A primeira consulta seleciona todos os registros da tabela Funcionarios, permitindo uma visão geral de todos os colaboradores cadastrados no sistema. Em seguida, foi realizada uma consulta específica para listar apenas os funcionários pertencentes ao departamento de TI, utilizando uma condição de filtro baseada no nome do departamento. Essa consulta demonstra a importância da correta relação entre tabelas e do uso de JOIN para combinar informações de Funcionarios e Departamentos. Outra consulta importante foi a seleção de funcionários com salário superior a R$ 5.000,00, exemplificando o uso de operadores de comparação para análise salarial. Além disso, foi utilizada uma consulta com JOIN para exibir, simultaneamente, o nome do funcionário e o nome do seu respectivo departamento, tornando a informação mais completa e compreensível. Essas consultas são amplamente utilizadas em sistemas reais para geração de relatórios e apoio à tomada de decisão. No PowerPoint, os resultados dessas consultas podem ser apresentados por meio de prints das execuções no ambiente de banco de dados, facilitando a visualização dos dados retornados. A explicação dos resultados ajuda a compreender como os dados estão organizados e como diferentes filtros e junções impactam a informação exibida. Dessa forma, as consultas SQL demonstram a eficiência do modelo criado e reforçam o aprendizado prático dos principais comandos de consulta em bancos de dados relacionais.</a:t>
            </a:r>
          </a:p>
        </p:txBody>
      </p:sp>
      <p:sp>
        <p:nvSpPr>
          <p:cNvPr id="4" name="Slide Number Placeholder 3">
            <a:extLst>
              <a:ext uri="{FF2B5EF4-FFF2-40B4-BE49-F238E27FC236}">
                <a16:creationId xmlns:a16="http://schemas.microsoft.com/office/drawing/2014/main" id="{6508AC0A-B52B-B4EB-A769-58A072C0FAB2}"/>
              </a:ext>
            </a:extLst>
          </p:cNvPr>
          <p:cNvSpPr>
            <a:spLocks noGrp="1"/>
          </p:cNvSpPr>
          <p:nvPr>
            <p:ph type="sldNum" sz="quarter" idx="5"/>
          </p:nvPr>
        </p:nvSpPr>
        <p:spPr/>
        <p:txBody>
          <a:bodyPr/>
          <a:lstStyle/>
          <a:p>
            <a:fld id="{EE0BE8FC-528A-4D8B-87C7-5426D756A376}" type="slidenum">
              <a:t>6</a:t>
            </a:fld>
            <a:endParaRPr lang="en-US"/>
          </a:p>
        </p:txBody>
      </p:sp>
    </p:spTree>
    <p:extLst>
      <p:ext uri="{BB962C8B-B14F-4D97-AF65-F5344CB8AC3E}">
        <p14:creationId xmlns:p14="http://schemas.microsoft.com/office/powerpoint/2010/main" val="150775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1C47-F950-2681-59CB-2D89582EF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67C89-DFB4-45F9-543C-D0F1D8FCD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A8EE4-035C-30F8-BBD9-AA9850E45FA5}"/>
              </a:ext>
            </a:extLst>
          </p:cNvPr>
          <p:cNvSpPr>
            <a:spLocks noGrp="1"/>
          </p:cNvSpPr>
          <p:nvPr>
            <p:ph type="body" idx="1"/>
          </p:nvPr>
        </p:nvSpPr>
        <p:spPr/>
        <p:txBody>
          <a:bodyPr/>
          <a:lstStyle/>
          <a:p>
            <a:r>
              <a:rPr lang="en-US"/>
              <a:t>
As consultas SQL realizadas no banco de dados EmpresaDB tiveram como objetivo extrair informações relevantes a partir dos dados armazenados, demonstrando o uso prático dos comandos SELECT e JOIN. A primeira consulta seleciona todos os registros da tabela Funcionarios, permitindo uma visão geral de todos os colaboradores cadastrados no sistema. Em seguida, foi realizada uma consulta específica para listar apenas os funcionários pertencentes ao departamento de TI, utilizando uma condição de filtro baseada no nome do departamento. Essa consulta demonstra a importância da correta relação entre tabelas e do uso de JOIN para combinar informações de Funcionarios e Departamentos. Outra consulta importante foi a seleção de funcionários com salário superior a R$ 5.000,00, exemplificando o uso de operadores de comparação para análise salarial. Além disso, foi utilizada uma consulta com JOIN para exibir, simultaneamente, o nome do funcionário e o nome do seu respectivo departamento, tornando a informação mais completa e compreensível. Essas consultas são amplamente utilizadas em sistemas reais para geração de relatórios e apoio à tomada de decisão. No PowerPoint, os resultados dessas consultas podem ser apresentados por meio de prints das execuções no ambiente de banco de dados, facilitando a visualização dos dados retornados. A explicação dos resultados ajuda a compreender como os dados estão organizados e como diferentes filtros e junções impactam a informação exibida. Dessa forma, as consultas SQL demonstram a eficiência do modelo criado e reforçam o aprendizado prático dos principais comandos de consulta em bancos de dados relacionais.</a:t>
            </a:r>
          </a:p>
        </p:txBody>
      </p:sp>
      <p:sp>
        <p:nvSpPr>
          <p:cNvPr id="4" name="Slide Number Placeholder 3">
            <a:extLst>
              <a:ext uri="{FF2B5EF4-FFF2-40B4-BE49-F238E27FC236}">
                <a16:creationId xmlns:a16="http://schemas.microsoft.com/office/drawing/2014/main" id="{B219CA0A-62C1-9D90-4451-5B2B7259D295}"/>
              </a:ext>
            </a:extLst>
          </p:cNvPr>
          <p:cNvSpPr>
            <a:spLocks noGrp="1"/>
          </p:cNvSpPr>
          <p:nvPr>
            <p:ph type="sldNum" sz="quarter" idx="5"/>
          </p:nvPr>
        </p:nvSpPr>
        <p:spPr/>
        <p:txBody>
          <a:bodyPr/>
          <a:lstStyle/>
          <a:p>
            <a:fld id="{EE0BE8FC-528A-4D8B-87C7-5426D756A376}" type="slidenum">
              <a:t>7</a:t>
            </a:fld>
            <a:endParaRPr lang="en-US"/>
          </a:p>
        </p:txBody>
      </p:sp>
    </p:spTree>
    <p:extLst>
      <p:ext uri="{BB962C8B-B14F-4D97-AF65-F5344CB8AC3E}">
        <p14:creationId xmlns:p14="http://schemas.microsoft.com/office/powerpoint/2010/main" val="2361625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análise simples dos dados armazenados no banco EmpresaDB permite extrair informações úteis sobre a estrutura organizacional da empresa. A partir das consultas realizadas, é possível identificar, por exemplo, a quantidade de funcionários por departamento, o que auxilia na avaliação da distribuição de recursos humanos. Um cenário comum observado é que o departamento de TI possui um número maior de funcionários em comparação a outros setores, como o RH, refletindo a importância da área de tecnologia nas empresas atuais. Também é possível analisar a faixa salarial dos colaboradores, identificando quantos funcionários recebem acima de determinado valor, como R$ 5.000,00, o que pode indicar cargos de maior responsabilidade ou senioridade. Outro ponto relevante é a análise das datas de admissão, que pode ajudar a entender o tempo médio de permanência dos funcionários na empresa. Essas análises, mesmo sendo simples, fornecem insights importantes para gestores e podem embasar decisões estratégicas, como contratações, realocações ou ajustes salariais. No slide correspondente, foi deixado um espaço reservado para a inclusão de imagens ou prints das consultas que fundamentam essa análise, tornando a apresentação mais visual e compreensível. A capacidade de transformar dados brutos em informações interpretáveis é uma habilidade essencial na área de bancos de dados, e essa etapa da atividade reforça a importância da análise de dados no contexto corporativo.</a:t>
            </a:r>
          </a:p>
        </p:txBody>
      </p:sp>
      <p:sp>
        <p:nvSpPr>
          <p:cNvPr id="4" name="Slide Number Placeholder 3"/>
          <p:cNvSpPr>
            <a:spLocks noGrp="1"/>
          </p:cNvSpPr>
          <p:nvPr>
            <p:ph type="sldNum" sz="quarter" idx="5"/>
          </p:nvPr>
        </p:nvSpPr>
        <p:spPr/>
        <p:txBody>
          <a:bodyPr/>
          <a:lstStyle/>
          <a:p>
            <a:fld id="{EE0BE8FC-528A-4D8B-87C7-5426D756A376}" type="slidenum">
              <a:t>8</a:t>
            </a:fld>
            <a:endParaRPr lang="en-US"/>
          </a:p>
        </p:txBody>
      </p:sp>
    </p:spTree>
    <p:extLst>
      <p:ext uri="{BB962C8B-B14F-4D97-AF65-F5344CB8AC3E}">
        <p14:creationId xmlns:p14="http://schemas.microsoft.com/office/powerpoint/2010/main" val="4098526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realização desta atividade prática proporcionou uma visão completa e integrada sobre os principais conceitos de bancos de dados relacionais e linguagem SQL. Desde a modelagem conceitual com o modelo Entidade-Relacionamento até a criação física do banco de dados EmpresaDB, foi possível compreender a importância de uma estrutura bem planejada para garantir a integridade e a eficiência dos dados. A criação das tabelas Funcionarios e Departamentos, bem como o estabelecimento de chaves primárias e estrangeiras, reforçou conceitos fundamentais de relacionamento entre entidades. A inserção de dados permitiu simular um cenário real de uma empresa, tornando as consultas mais significativas. As consultas SQL realizadas demonstraram como extrair informações relevantes, aplicar filtros, utilizar operadores de comparação e realizar junções entre tabelas. Além disso, a etapa de atualização e remoção de dados mostrou como manter o banco de dados atualizado e consistente ao longo do tempo. A análise simples dos dados evidenciou como informações armazenadas podem ser transformadas em conhecimento útil para apoio à tomada de decisões. Por fim, a apresentação em PowerPoint consolidou todo o aprendizado, organizando os resultados de forma clara e didática. Dessa forma, a atividade cumpriu seu objetivo de reforçar a prática de SQL, modelagem de dados e análise básica, sendo uma base sólida para estudos mais avançados na área de bancos de dados.</a:t>
            </a:r>
          </a:p>
        </p:txBody>
      </p:sp>
      <p:sp>
        <p:nvSpPr>
          <p:cNvPr id="4" name="Slide Number Placeholder 3"/>
          <p:cNvSpPr>
            <a:spLocks noGrp="1"/>
          </p:cNvSpPr>
          <p:nvPr>
            <p:ph type="sldNum" sz="quarter" idx="5"/>
          </p:nvPr>
        </p:nvSpPr>
        <p:spPr/>
        <p:txBody>
          <a:bodyPr/>
          <a:lstStyle/>
          <a:p>
            <a:fld id="{EE0BE8FC-528A-4D8B-87C7-5426D756A376}" type="slidenum">
              <a:t>9</a:t>
            </a:fld>
            <a:endParaRPr lang="en-US"/>
          </a:p>
        </p:txBody>
      </p:sp>
    </p:spTree>
    <p:extLst>
      <p:ext uri="{BB962C8B-B14F-4D97-AF65-F5344CB8AC3E}">
        <p14:creationId xmlns:p14="http://schemas.microsoft.com/office/powerpoint/2010/main" val="31414974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ítulo com Imagem">
    <p:bg>
      <p:bgPr>
        <a:solidFill>
          <a:schemeClr val="bg2"/>
        </a:solidFill>
        <a:effectLst/>
      </p:bgPr>
    </p:bg>
    <p:spTree>
      <p:nvGrpSpPr>
        <p:cNvPr id="1" name=""/>
        <p:cNvGrpSpPr/>
        <p:nvPr/>
      </p:nvGrpSpPr>
      <p:grpSpPr>
        <a:xfrm>
          <a:off x="0" y="0"/>
          <a:ext cx="0" cy="0"/>
          <a:chOff x="0" y="0"/>
          <a:chExt cx="0" cy="0"/>
        </a:xfrm>
      </p:grpSpPr>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rtlCol="0"/>
          <a:lstStyle>
            <a:lvl1pPr>
              <a:defRPr/>
            </a:lvl1pPr>
          </a:lstStyle>
          <a:p>
            <a:pPr rtl="0"/>
            <a:r>
              <a:rPr lang="pt-br"/>
              <a:t>   </a:t>
            </a:r>
          </a:p>
        </p:txBody>
      </p:sp>
      <p:sp>
        <p:nvSpPr>
          <p:cNvPr id="6" name="Título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rtlCol="0" anchor="t"/>
          <a:lstStyle>
            <a:lvl1pPr>
              <a:defRPr sz="5000"/>
            </a:lvl1pPr>
          </a:lstStyle>
          <a:p>
            <a:pPr rtl="0"/>
            <a:r>
              <a:rPr lang="pt-br"/>
              <a:t>Clique para editar o estilo de título Mestre</a:t>
            </a:r>
          </a:p>
        </p:txBody>
      </p:sp>
      <p:sp>
        <p:nvSpPr>
          <p:cNvPr id="15" name="Subtítulo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rtl="0"/>
            <a:r>
              <a:rPr lang="pt-br"/>
              <a:t>Clique para editar o estilo de subtítulo Mestre</a:t>
            </a:r>
            <a:endParaRPr lang="en-US"/>
          </a:p>
        </p:txBody>
      </p:sp>
      <p:sp>
        <p:nvSpPr>
          <p:cNvPr id="11" name="Espaço Reservado para Data 10">
            <a:extLst>
              <a:ext uri="{FF2B5EF4-FFF2-40B4-BE49-F238E27FC236}">
                <a16:creationId xmlns:a16="http://schemas.microsoft.com/office/drawing/2014/main" id="{A03BE6F4-76AC-1913-6858-8449FC30A22C}"/>
              </a:ext>
            </a:extLst>
          </p:cNvPr>
          <p:cNvSpPr>
            <a:spLocks noGrp="1"/>
          </p:cNvSpPr>
          <p:nvPr>
            <p:ph type="dt" sz="half" idx="14"/>
          </p:nvPr>
        </p:nvSpPr>
        <p:spPr/>
        <p:txBody>
          <a:bodyPr rtlCol="0"/>
          <a:lstStyle/>
          <a:p>
            <a:pPr rtl="0"/>
            <a:r>
              <a:rPr lang="en-US"/>
              <a:t>24/11/2025</a:t>
            </a:r>
          </a:p>
        </p:txBody>
      </p:sp>
      <p:sp>
        <p:nvSpPr>
          <p:cNvPr id="12" name="Espaço Reservado para Rodapé 11">
            <a:extLst>
              <a:ext uri="{FF2B5EF4-FFF2-40B4-BE49-F238E27FC236}">
                <a16:creationId xmlns:a16="http://schemas.microsoft.com/office/drawing/2014/main" id="{3A959F0E-1234-A029-DD14-0642D1457559}"/>
              </a:ext>
            </a:extLst>
          </p:cNvPr>
          <p:cNvSpPr>
            <a:spLocks noGrp="1"/>
          </p:cNvSpPr>
          <p:nvPr>
            <p:ph type="ftr" sz="quarter" idx="15"/>
          </p:nvPr>
        </p:nvSpPr>
        <p:spPr/>
        <p:txBody>
          <a:bodyPr rtlCol="0"/>
          <a:lstStyle/>
          <a:p>
            <a:pPr rtl="0"/>
            <a:r>
              <a:rPr lang="pt-br"/>
              <a:t>Amostra de Texto de Rodapé</a:t>
            </a:r>
          </a:p>
        </p:txBody>
      </p:sp>
      <p:sp>
        <p:nvSpPr>
          <p:cNvPr id="14" name="Espaço Reservado para o Número do Slide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359013821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rtlCol="0" anchor="b">
            <a:normAutofit/>
          </a:bodyPr>
          <a:lstStyle>
            <a:lvl1pPr>
              <a:defRPr sz="2800">
                <a:solidFill>
                  <a:schemeClr val="tx1"/>
                </a:solidFill>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Espaço Reservado para Rodapé 6">
            <a:extLst>
              <a:ext uri="{FF2B5EF4-FFF2-40B4-BE49-F238E27FC236}">
                <a16:creationId xmlns:a16="http://schemas.microsoft.com/office/drawing/2014/main" id="{CA8E192A-D6F1-1585-7133-0041C85402EF}"/>
              </a:ext>
            </a:extLst>
          </p:cNvPr>
          <p:cNvSpPr>
            <a:spLocks noGrp="1"/>
          </p:cNvSpPr>
          <p:nvPr>
            <p:ph type="ftr" sz="quarter" idx="15"/>
          </p:nvPr>
        </p:nvSpPr>
        <p:spPr/>
        <p:txBody>
          <a:bodyPr rtlCol="0"/>
          <a:lstStyle/>
          <a:p>
            <a:pPr rtl="0"/>
            <a:r>
              <a:rPr lang="pt-br"/>
              <a:t>Texto de Exemplo do Rodapé</a:t>
            </a:r>
          </a:p>
        </p:txBody>
      </p:sp>
      <p:sp>
        <p:nvSpPr>
          <p:cNvPr id="9" name="Espaço Reservado para o Número do Slide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cxnSp>
        <p:nvCxnSpPr>
          <p:cNvPr id="4" name="Conector Reto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05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ítulo com Imagem 2">
    <p:bg>
      <p:bgPr>
        <a:solidFill>
          <a:schemeClr val="bg2"/>
        </a:solidFill>
        <a:effectLst/>
      </p:bgPr>
    </p:bg>
    <p:spTree>
      <p:nvGrpSpPr>
        <p:cNvPr id="1" name=""/>
        <p:cNvGrpSpPr/>
        <p:nvPr/>
      </p:nvGrpSpPr>
      <p:grpSpPr>
        <a:xfrm>
          <a:off x="0" y="0"/>
          <a:ext cx="0" cy="0"/>
          <a:chOff x="0" y="0"/>
          <a:chExt cx="0" cy="0"/>
        </a:xfrm>
      </p:grpSpPr>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l="1" r="-18789"/>
            </a:stretch>
          </a:blipFill>
        </p:spPr>
        <p:txBody>
          <a:bodyPr rtlCol="0"/>
          <a:lstStyle>
            <a:lvl1pPr>
              <a:defRPr/>
            </a:lvl1pPr>
          </a:lstStyle>
          <a:p>
            <a:pPr rtl="0"/>
            <a:r>
              <a:rPr lang="pt-br"/>
              <a:t>   </a:t>
            </a:r>
          </a:p>
        </p:txBody>
      </p:sp>
      <p:sp>
        <p:nvSpPr>
          <p:cNvPr id="5" name="Título 4">
            <a:extLst>
              <a:ext uri="{FF2B5EF4-FFF2-40B4-BE49-F238E27FC236}">
                <a16:creationId xmlns:a16="http://schemas.microsoft.com/office/drawing/2014/main" id="{DD95CC36-AD95-97AF-0B3C-4CA25FF5420C}"/>
              </a:ext>
            </a:extLst>
          </p:cNvPr>
          <p:cNvSpPr>
            <a:spLocks noGrp="1"/>
          </p:cNvSpPr>
          <p:nvPr>
            <p:ph type="title"/>
          </p:nvPr>
        </p:nvSpPr>
        <p:spPr>
          <a:xfrm>
            <a:off x="0" y="3671046"/>
            <a:ext cx="12188952" cy="3186953"/>
          </a:xfrm>
          <a:gradFill>
            <a:gsLst>
              <a:gs pos="56000">
                <a:schemeClr val="bg2">
                  <a:alpha val="71000"/>
                </a:schemeClr>
              </a:gs>
              <a:gs pos="82000">
                <a:schemeClr val="bg2"/>
              </a:gs>
              <a:gs pos="16000">
                <a:schemeClr val="accent4">
                  <a:alpha val="0"/>
                </a:schemeClr>
              </a:gs>
            </a:gsLst>
            <a:lin ang="5400000" scaled="0"/>
          </a:gradFill>
        </p:spPr>
        <p:txBody>
          <a:bodyPr lIns="365760" tIns="91440" rIns="457200" bIns="1005840" rtlCol="0"/>
          <a:lstStyle>
            <a:lvl1pPr>
              <a:defRPr sz="5000"/>
            </a:lvl1pPr>
          </a:lstStyle>
          <a:p>
            <a:pPr rtl="0"/>
            <a:r>
              <a:rPr lang="pt-br"/>
              <a:t>Clique para editar o estilo de título Mestre</a:t>
            </a:r>
          </a:p>
        </p:txBody>
      </p:sp>
      <p:sp>
        <p:nvSpPr>
          <p:cNvPr id="14" name="Subtítulo 2">
            <a:extLst>
              <a:ext uri="{FF2B5EF4-FFF2-40B4-BE49-F238E27FC236}">
                <a16:creationId xmlns:a16="http://schemas.microsoft.com/office/drawing/2014/main" id="{E3BCE92C-E876-D640-79C7-9E2EE54A7517}"/>
              </a:ext>
            </a:extLst>
          </p:cNvPr>
          <p:cNvSpPr>
            <a:spLocks noGrp="1"/>
          </p:cNvSpPr>
          <p:nvPr>
            <p:ph type="subTitle" idx="1"/>
          </p:nvPr>
        </p:nvSpPr>
        <p:spPr>
          <a:xfrm>
            <a:off x="0" y="5770529"/>
            <a:ext cx="12192000" cy="1087471"/>
          </a:xfrm>
          <a:gradFill>
            <a:gsLst>
              <a:gs pos="29000">
                <a:schemeClr val="bg2">
                  <a:alpha val="0"/>
                </a:schemeClr>
              </a:gs>
              <a:gs pos="47000">
                <a:schemeClr val="accent4">
                  <a:lumMod val="50000"/>
                  <a:alpha val="0"/>
                </a:schemeClr>
              </a:gs>
              <a:gs pos="100000">
                <a:schemeClr val="accent3">
                  <a:lumMod val="60000"/>
                  <a:lumOff val="40000"/>
                </a:schemeClr>
              </a:gs>
            </a:gsLst>
            <a:lin ang="5160000" scaled="0"/>
          </a:gradFill>
        </p:spPr>
        <p:txBody>
          <a:bodyPr vert="horz" lIns="393192" tIns="457200" rIns="274320" bIns="731520" rtlCol="0" anchor="b">
            <a:noAutofit/>
          </a:bodyPr>
          <a:lstStyle>
            <a:lvl1pPr marL="0" indent="0">
              <a:buNone/>
              <a:defRPr lang="en-US" sz="1400" dirty="0"/>
            </a:lvl1pPr>
          </a:lstStyle>
          <a:p>
            <a:pPr lvl="0" rtl="0"/>
            <a:r>
              <a:rPr lang="pt-br"/>
              <a:t>Clique para editar o estilo de subtítulo Mestre</a:t>
            </a:r>
          </a:p>
        </p:txBody>
      </p:sp>
      <p:sp>
        <p:nvSpPr>
          <p:cNvPr id="7" name="Espaço Reservado para Data 6">
            <a:extLst>
              <a:ext uri="{FF2B5EF4-FFF2-40B4-BE49-F238E27FC236}">
                <a16:creationId xmlns:a16="http://schemas.microsoft.com/office/drawing/2014/main" id="{0F001462-21CF-5988-0554-7DB1C494B04E}"/>
              </a:ext>
            </a:extLst>
          </p:cNvPr>
          <p:cNvSpPr>
            <a:spLocks noGrp="1"/>
          </p:cNvSpPr>
          <p:nvPr>
            <p:ph type="dt" sz="half" idx="14"/>
          </p:nvPr>
        </p:nvSpPr>
        <p:spPr>
          <a:xfrm>
            <a:off x="301752" y="210312"/>
            <a:ext cx="3447355" cy="365760"/>
          </a:xfrm>
        </p:spPr>
        <p:txBody>
          <a:bodyPr rtlCol="0"/>
          <a:lstStyle/>
          <a:p>
            <a:pPr rtl="0"/>
            <a:r>
              <a:rPr lang="en-US"/>
              <a:t>24/11/2025</a:t>
            </a:r>
          </a:p>
        </p:txBody>
      </p:sp>
      <p:sp>
        <p:nvSpPr>
          <p:cNvPr id="8" name="Espaço Reservado para Rodapé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210312"/>
            <a:ext cx="2181351" cy="365760"/>
          </a:xfrm>
        </p:spPr>
        <p:txBody>
          <a:bodyPr rtlCol="0"/>
          <a:lstStyle/>
          <a:p>
            <a:pPr rtl="0"/>
            <a:r>
              <a:rPr lang="pt-br"/>
              <a:t>Amostra de Texto de Rodapé</a:t>
            </a:r>
          </a:p>
        </p:txBody>
      </p:sp>
      <p:sp>
        <p:nvSpPr>
          <p:cNvPr id="13" name="Espaço Reservado para o Número do Slide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8687" y="210312"/>
            <a:ext cx="448805" cy="365760"/>
          </a:xfrm>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249343010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ítulo com Imagem 3">
    <p:bg>
      <p:bgPr>
        <a:solidFill>
          <a:schemeClr val="bg2"/>
        </a:solidFill>
        <a:effectLst/>
      </p:bgPr>
    </p:bg>
    <p:spTree>
      <p:nvGrpSpPr>
        <p:cNvPr id="1" name=""/>
        <p:cNvGrpSpPr/>
        <p:nvPr/>
      </p:nvGrpSpPr>
      <p:grpSpPr>
        <a:xfrm>
          <a:off x="0" y="0"/>
          <a:ext cx="0" cy="0"/>
          <a:chOff x="0" y="0"/>
          <a:chExt cx="0" cy="0"/>
        </a:xfrm>
      </p:grpSpPr>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rtlCol="0"/>
          <a:lstStyle>
            <a:lvl1pPr>
              <a:defRPr/>
            </a:lvl1pPr>
          </a:lstStyle>
          <a:p>
            <a:pPr rtl="0"/>
            <a:r>
              <a:rPr lang="pt-br"/>
              <a:t>   </a:t>
            </a:r>
          </a:p>
        </p:txBody>
      </p:sp>
      <p:sp>
        <p:nvSpPr>
          <p:cNvPr id="10" name="Título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rtlCol="0" anchor="t"/>
          <a:lstStyle>
            <a:lvl1pPr>
              <a:defRPr sz="4200"/>
            </a:lvl1pPr>
          </a:lstStyle>
          <a:p>
            <a:pPr rtl="0"/>
            <a:r>
              <a:rPr lang="pt-br"/>
              <a:t>Clique para editar o estilo de título Mestre</a:t>
            </a:r>
          </a:p>
        </p:txBody>
      </p:sp>
      <p:sp>
        <p:nvSpPr>
          <p:cNvPr id="5" name="Subtítulo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rtl="0"/>
            <a:r>
              <a:rPr lang="pt-br"/>
              <a:t>Clique para editar o estilo de subtítulo Mestre</a:t>
            </a:r>
            <a:endParaRPr lang="en-US"/>
          </a:p>
        </p:txBody>
      </p:sp>
      <p:sp>
        <p:nvSpPr>
          <p:cNvPr id="7" name="Espaço Reservado para Data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rtlCol="0"/>
          <a:lstStyle/>
          <a:p>
            <a:pPr rtl="0"/>
            <a:r>
              <a:rPr lang="en-US"/>
              <a:t>24/11/2025</a:t>
            </a:r>
          </a:p>
        </p:txBody>
      </p:sp>
      <p:sp>
        <p:nvSpPr>
          <p:cNvPr id="8" name="Espaço Reservado para Rodapé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rtlCol="0"/>
          <a:lstStyle/>
          <a:p>
            <a:pPr rtl="0"/>
            <a:r>
              <a:rPr lang="pt-br"/>
              <a:t>Amostra de Texto de Rodapé</a:t>
            </a:r>
          </a:p>
        </p:txBody>
      </p:sp>
      <p:sp>
        <p:nvSpPr>
          <p:cNvPr id="13" name="Espaço Reservado para o Número do Slide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24736407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ítulo com Imagem 4">
    <p:spTree>
      <p:nvGrpSpPr>
        <p:cNvPr id="1" name=""/>
        <p:cNvGrpSpPr/>
        <p:nvPr/>
      </p:nvGrpSpPr>
      <p:grpSpPr>
        <a:xfrm>
          <a:off x="0" y="0"/>
          <a:ext cx="0" cy="0"/>
          <a:chOff x="0" y="0"/>
          <a:chExt cx="0" cy="0"/>
        </a:xfrm>
      </p:grpSpPr>
      <p:sp>
        <p:nvSpPr>
          <p:cNvPr id="14" name="Retângulo 13">
            <a:extLst>
              <a:ext uri="{FF2B5EF4-FFF2-40B4-BE49-F238E27FC236}">
                <a16:creationId xmlns:a16="http://schemas.microsoft.com/office/drawing/2014/main" id="{769146C6-F597-C006-1822-297853281771}"/>
              </a:ext>
            </a:extLst>
          </p:cNvPr>
          <p:cNvSpPr/>
          <p:nvPr/>
        </p:nvSpPr>
        <p:spPr>
          <a:xfrm rot="16200000" flipH="1">
            <a:off x="1300007" y="3732960"/>
            <a:ext cx="1825034" cy="4425045"/>
          </a:xfrm>
          <a:prstGeom prst="rect">
            <a:avLst/>
          </a:prstGeom>
          <a:gradFill flip="none" rotWithShape="1">
            <a:gsLst>
              <a:gs pos="56000">
                <a:schemeClr val="bg1">
                  <a:alpha val="0"/>
                </a:schemeClr>
              </a:gs>
              <a:gs pos="100000">
                <a:schemeClr val="accent6">
                  <a:alpha val="7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tângulo 11">
            <a:extLst>
              <a:ext uri="{FF2B5EF4-FFF2-40B4-BE49-F238E27FC236}">
                <a16:creationId xmlns:a16="http://schemas.microsoft.com/office/drawing/2014/main" id="{AB08893D-F42F-F8AC-E751-618878BDB5EE}"/>
              </a:ext>
            </a:extLst>
          </p:cNvPr>
          <p:cNvSpPr/>
          <p:nvPr/>
        </p:nvSpPr>
        <p:spPr>
          <a:xfrm rot="10800000">
            <a:off x="0" y="-4"/>
            <a:ext cx="4572000" cy="1825033"/>
          </a:xfrm>
          <a:prstGeom prst="rect">
            <a:avLst/>
          </a:prstGeom>
          <a:gradFill>
            <a:gsLst>
              <a:gs pos="61000">
                <a:schemeClr val="bg2">
                  <a:alpha val="0"/>
                </a:schemeClr>
              </a:gs>
              <a:gs pos="100000">
                <a:schemeClr val="accent1">
                  <a:lumMod val="75000"/>
                  <a:alpha val="85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Título 7">
            <a:extLst>
              <a:ext uri="{FF2B5EF4-FFF2-40B4-BE49-F238E27FC236}">
                <a16:creationId xmlns:a16="http://schemas.microsoft.com/office/drawing/2014/main" id="{7268A13E-E2FC-935E-9D1B-2CA406D562F9}"/>
              </a:ext>
            </a:extLst>
          </p:cNvPr>
          <p:cNvSpPr>
            <a:spLocks noGrp="1"/>
          </p:cNvSpPr>
          <p:nvPr>
            <p:ph type="title"/>
          </p:nvPr>
        </p:nvSpPr>
        <p:spPr>
          <a:xfrm>
            <a:off x="268722" y="906109"/>
            <a:ext cx="3620078" cy="3445173"/>
          </a:xfrm>
        </p:spPr>
        <p:txBody>
          <a:bodyPr rtlCol="0" anchor="t">
            <a:normAutofit/>
          </a:bodyPr>
          <a:lstStyle>
            <a:lvl1pPr>
              <a:defRPr sz="3600"/>
            </a:lvl1pPr>
          </a:lstStyle>
          <a:p>
            <a:pPr rtl="0"/>
            <a:r>
              <a:rPr lang="pt-br"/>
              <a:t>Clique para editar o estilo de título Mestre</a:t>
            </a:r>
          </a:p>
        </p:txBody>
      </p:sp>
      <p:sp>
        <p:nvSpPr>
          <p:cNvPr id="10" name="Subtítulo 2">
            <a:extLst>
              <a:ext uri="{FF2B5EF4-FFF2-40B4-BE49-F238E27FC236}">
                <a16:creationId xmlns:a16="http://schemas.microsoft.com/office/drawing/2014/main" id="{51C95713-168A-6692-3C97-A85B41C1AAE4}"/>
              </a:ext>
            </a:extLst>
          </p:cNvPr>
          <p:cNvSpPr>
            <a:spLocks noGrp="1"/>
          </p:cNvSpPr>
          <p:nvPr>
            <p:ph type="subTitle" idx="1"/>
          </p:nvPr>
        </p:nvSpPr>
        <p:spPr>
          <a:xfrm>
            <a:off x="268722" y="5473037"/>
            <a:ext cx="3521018" cy="880873"/>
          </a:xfrm>
          <a:noFill/>
        </p:spPr>
        <p:txBody>
          <a:bodyPr vert="horz" lIns="91440" tIns="45720" rIns="91440" bIns="45720" rtlCol="0" anchor="b">
            <a:noAutofit/>
          </a:bodyPr>
          <a:lstStyle>
            <a:lvl1pPr marL="0" indent="0">
              <a:buNone/>
              <a:defRPr lang="en-US" sz="1600" dirty="0"/>
            </a:lvl1pPr>
          </a:lstStyle>
          <a:p>
            <a:pPr lvl="0" rtl="0"/>
            <a:r>
              <a:rPr lang="pt-br"/>
              <a:t>Clique para editar o estilo de subtítulo Mestre</a:t>
            </a:r>
          </a:p>
        </p:txBody>
      </p:sp>
      <p:sp>
        <p:nvSpPr>
          <p:cNvPr id="5" name="Espaço Reservado para Rodapé 4">
            <a:extLst>
              <a:ext uri="{FF2B5EF4-FFF2-40B4-BE49-F238E27FC236}">
                <a16:creationId xmlns:a16="http://schemas.microsoft.com/office/drawing/2014/main" id="{6B30B7E9-D8D3-BC56-A758-6C86B58C0AC5}"/>
              </a:ext>
            </a:extLst>
          </p:cNvPr>
          <p:cNvSpPr>
            <a:spLocks noGrp="1"/>
          </p:cNvSpPr>
          <p:nvPr>
            <p:ph type="ftr" sz="quarter" idx="15"/>
          </p:nvPr>
        </p:nvSpPr>
        <p:spPr>
          <a:xfrm>
            <a:off x="268722" y="210114"/>
            <a:ext cx="2360128" cy="365760"/>
          </a:xfrm>
        </p:spPr>
        <p:txBody>
          <a:bodyPr rtlCol="0"/>
          <a:lstStyle/>
          <a:p>
            <a:pPr rtl="0"/>
            <a:r>
              <a:rPr lang="pt-br"/>
              <a:t>Exemplo de Texto de Rodapé</a:t>
            </a:r>
          </a:p>
        </p:txBody>
      </p:sp>
      <p:sp>
        <p:nvSpPr>
          <p:cNvPr id="4" name="Espaço Reservado para Data 3">
            <a:extLst>
              <a:ext uri="{FF2B5EF4-FFF2-40B4-BE49-F238E27FC236}">
                <a16:creationId xmlns:a16="http://schemas.microsoft.com/office/drawing/2014/main" id="{3D4FF974-138E-88CF-9001-1A07C67D1DFD}"/>
              </a:ext>
            </a:extLst>
          </p:cNvPr>
          <p:cNvSpPr>
            <a:spLocks noGrp="1"/>
          </p:cNvSpPr>
          <p:nvPr>
            <p:ph type="dt" sz="half" idx="14"/>
          </p:nvPr>
        </p:nvSpPr>
        <p:spPr>
          <a:xfrm>
            <a:off x="2645216" y="210114"/>
            <a:ext cx="1005840" cy="365760"/>
          </a:xfrm>
        </p:spPr>
        <p:txBody>
          <a:bodyPr rtlCol="0"/>
          <a:lstStyle/>
          <a:p>
            <a:pPr rtl="0"/>
            <a:r>
              <a:rPr lang="en-US"/>
              <a:t>24/11/2025</a:t>
            </a:r>
          </a:p>
        </p:txBody>
      </p:sp>
      <p:sp>
        <p:nvSpPr>
          <p:cNvPr id="6" name="Espaço Reservado para o Número do Slide 5">
            <a:extLst>
              <a:ext uri="{FF2B5EF4-FFF2-40B4-BE49-F238E27FC236}">
                <a16:creationId xmlns:a16="http://schemas.microsoft.com/office/drawing/2014/main" id="{E1DA7CD4-7B92-1CD1-A9F0-94B053972CA3}"/>
              </a:ext>
            </a:extLst>
          </p:cNvPr>
          <p:cNvSpPr>
            <a:spLocks noGrp="1"/>
          </p:cNvSpPr>
          <p:nvPr>
            <p:ph type="sldNum" sz="quarter" idx="16"/>
          </p:nvPr>
        </p:nvSpPr>
        <p:spPr>
          <a:xfrm>
            <a:off x="3760180" y="210114"/>
            <a:ext cx="495299" cy="365760"/>
          </a:xfrm>
        </p:spPr>
        <p:txBody>
          <a:bodyPr rtlCol="0"/>
          <a:lstStyle/>
          <a:p>
            <a:pPr rtl="0"/>
            <a:fld id="{5E0677F5-4A8A-4BF1-96BE-3BAE8FBAFE2E}" type="slidenum">
              <a:rPr lang="en-US" smtClean="0"/>
              <a:t>‹nº›</a:t>
            </a:fld>
            <a:endParaRPr lang="en-US"/>
          </a:p>
        </p:txBody>
      </p:sp>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4572000" y="0"/>
            <a:ext cx="7620000" cy="6858000"/>
          </a:xfrm>
          <a:blipFill>
            <a:blip r:embed="rId2">
              <a:alphaModFix amt="70000"/>
            </a:blip>
            <a:stretch>
              <a:fillRect/>
            </a:stretch>
          </a:blipFill>
        </p:spPr>
        <p:txBody>
          <a:bodyPr rtlCol="0"/>
          <a:lstStyle>
            <a:lvl1pPr>
              <a:defRPr/>
            </a:lvl1pPr>
          </a:lstStyle>
          <a:p>
            <a:pPr rtl="0"/>
            <a:r>
              <a:rPr lang="pt-br"/>
              <a:t>   </a:t>
            </a:r>
          </a:p>
        </p:txBody>
      </p:sp>
    </p:spTree>
    <p:extLst>
      <p:ext uri="{BB962C8B-B14F-4D97-AF65-F5344CB8AC3E}">
        <p14:creationId xmlns:p14="http://schemas.microsoft.com/office/powerpoint/2010/main" val="7146430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ítulo com Imagem 5">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C6A8D131-CBCA-5C49-BC11-F46A79A7B14C}"/>
              </a:ext>
            </a:extLst>
          </p:cNvPr>
          <p:cNvSpPr/>
          <p:nvPr/>
        </p:nvSpPr>
        <p:spPr>
          <a:xfrm rot="16200000" flipH="1">
            <a:off x="376872" y="-386654"/>
            <a:ext cx="6858000" cy="7631304"/>
          </a:xfrm>
          <a:prstGeom prst="rect">
            <a:avLst/>
          </a:prstGeom>
          <a:gradFill flip="none" rotWithShape="1">
            <a:gsLst>
              <a:gs pos="0">
                <a:schemeClr val="accent1">
                  <a:lumMod val="75000"/>
                </a:schemeClr>
              </a:gs>
              <a:gs pos="35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tângulo 4">
            <a:extLst>
              <a:ext uri="{FF2B5EF4-FFF2-40B4-BE49-F238E27FC236}">
                <a16:creationId xmlns:a16="http://schemas.microsoft.com/office/drawing/2014/main" id="{D64BBC73-2B54-D426-37D1-91554AB6280D}"/>
              </a:ext>
            </a:extLst>
          </p:cNvPr>
          <p:cNvSpPr/>
          <p:nvPr/>
        </p:nvSpPr>
        <p:spPr>
          <a:xfrm rot="5400000">
            <a:off x="4174854" y="-1144323"/>
            <a:ext cx="3842298" cy="12191994"/>
          </a:xfrm>
          <a:prstGeom prst="rect">
            <a:avLst/>
          </a:prstGeom>
          <a:gradFill>
            <a:gsLst>
              <a:gs pos="0">
                <a:schemeClr val="accent3">
                  <a:lumMod val="50000"/>
                </a:schemeClr>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tângulo 5">
            <a:extLst>
              <a:ext uri="{FF2B5EF4-FFF2-40B4-BE49-F238E27FC236}">
                <a16:creationId xmlns:a16="http://schemas.microsoft.com/office/drawing/2014/main" id="{E2267C95-ECBD-88E5-88AE-67841646FC78}"/>
              </a:ext>
              <a:ext uri="{C183D7F6-B498-43B3-948B-1728B52AA6E4}">
                <adec:decorative xmlns:adec="http://schemas.microsoft.com/office/drawing/2017/decorative" val="1"/>
              </a:ext>
            </a:extLst>
          </p:cNvPr>
          <p:cNvSpPr/>
          <p:nvPr/>
        </p:nvSpPr>
        <p:spPr>
          <a:xfrm flipH="1">
            <a:off x="2756015" y="0"/>
            <a:ext cx="4875297" cy="6850173"/>
          </a:xfrm>
          <a:prstGeom prst="rect">
            <a:avLst/>
          </a:prstGeom>
          <a:gradFill flip="none" rotWithShape="1">
            <a:gsLst>
              <a:gs pos="19000">
                <a:schemeClr val="bg2"/>
              </a:gs>
              <a:gs pos="49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ítulo 12">
            <a:extLst>
              <a:ext uri="{FF2B5EF4-FFF2-40B4-BE49-F238E27FC236}">
                <a16:creationId xmlns:a16="http://schemas.microsoft.com/office/drawing/2014/main" id="{AC3C9A42-36FA-B347-AD02-B9A12C8D9EAF}"/>
              </a:ext>
            </a:extLst>
          </p:cNvPr>
          <p:cNvSpPr>
            <a:spLocks noGrp="1"/>
          </p:cNvSpPr>
          <p:nvPr>
            <p:ph type="title"/>
          </p:nvPr>
        </p:nvSpPr>
        <p:spPr>
          <a:xfrm>
            <a:off x="272779" y="1135378"/>
            <a:ext cx="5676921" cy="2163626"/>
          </a:xfrm>
        </p:spPr>
        <p:txBody>
          <a:bodyPr rtlCol="0" anchor="t"/>
          <a:lstStyle>
            <a:lvl1pPr>
              <a:defRPr sz="5000"/>
            </a:lvl1pPr>
          </a:lstStyle>
          <a:p>
            <a:pPr rtl="0"/>
            <a:r>
              <a:rPr lang="pt-br"/>
              <a:t>Clique para editar o estilo de título Mestre</a:t>
            </a:r>
          </a:p>
        </p:txBody>
      </p:sp>
      <p:sp>
        <p:nvSpPr>
          <p:cNvPr id="15" name="Subtítulo 2">
            <a:extLst>
              <a:ext uri="{FF2B5EF4-FFF2-40B4-BE49-F238E27FC236}">
                <a16:creationId xmlns:a16="http://schemas.microsoft.com/office/drawing/2014/main" id="{E1DB729E-19D6-E1D5-DB31-89E9DF5D4004}"/>
              </a:ext>
            </a:extLst>
          </p:cNvPr>
          <p:cNvSpPr>
            <a:spLocks noGrp="1"/>
          </p:cNvSpPr>
          <p:nvPr>
            <p:ph type="subTitle" idx="1"/>
          </p:nvPr>
        </p:nvSpPr>
        <p:spPr>
          <a:xfrm>
            <a:off x="301752" y="4774541"/>
            <a:ext cx="4875296" cy="1591058"/>
          </a:xfrm>
          <a:noFill/>
        </p:spPr>
        <p:txBody>
          <a:bodyPr vert="horz" lIns="91440" tIns="45720" rIns="91440" bIns="45720" rtlCol="0" anchor="b">
            <a:noAutofit/>
          </a:bodyPr>
          <a:lstStyle>
            <a:lvl1pPr marL="0" indent="0">
              <a:buNone/>
              <a:defRPr lang="en-US" sz="1600" dirty="0"/>
            </a:lvl1pPr>
          </a:lstStyle>
          <a:p>
            <a:pPr lvl="0" rtl="0"/>
            <a:r>
              <a:rPr lang="pt-br"/>
              <a:t>Clique para editar o estilo de subtítulo Mestre</a:t>
            </a:r>
          </a:p>
        </p:txBody>
      </p:sp>
      <p:sp>
        <p:nvSpPr>
          <p:cNvPr id="11" name="Espaço Reservado para Rodapé 10">
            <a:extLst>
              <a:ext uri="{FF2B5EF4-FFF2-40B4-BE49-F238E27FC236}">
                <a16:creationId xmlns:a16="http://schemas.microsoft.com/office/drawing/2014/main" id="{F98245A6-7E39-43E3-BB93-77F622756065}"/>
              </a:ext>
            </a:extLst>
          </p:cNvPr>
          <p:cNvSpPr>
            <a:spLocks noGrp="1"/>
          </p:cNvSpPr>
          <p:nvPr>
            <p:ph type="ftr" sz="quarter" idx="15"/>
          </p:nvPr>
        </p:nvSpPr>
        <p:spPr>
          <a:xfrm>
            <a:off x="301752" y="210114"/>
            <a:ext cx="2509284" cy="365760"/>
          </a:xfrm>
        </p:spPr>
        <p:txBody>
          <a:bodyPr rtlCol="0"/>
          <a:lstStyle/>
          <a:p>
            <a:pPr rtl="0"/>
            <a:r>
              <a:rPr lang="pt-br"/>
              <a:t>Modelo de Texto do Rodapé</a:t>
            </a:r>
          </a:p>
        </p:txBody>
      </p:sp>
      <p:sp>
        <p:nvSpPr>
          <p:cNvPr id="10" name="Espaço Reservado para Data 9">
            <a:extLst>
              <a:ext uri="{FF2B5EF4-FFF2-40B4-BE49-F238E27FC236}">
                <a16:creationId xmlns:a16="http://schemas.microsoft.com/office/drawing/2014/main" id="{00431E1F-9861-6E9A-6FDA-9450A0A9109C}"/>
              </a:ext>
            </a:extLst>
          </p:cNvPr>
          <p:cNvSpPr>
            <a:spLocks noGrp="1"/>
          </p:cNvSpPr>
          <p:nvPr>
            <p:ph type="dt" sz="half" idx="14"/>
          </p:nvPr>
        </p:nvSpPr>
        <p:spPr>
          <a:xfrm>
            <a:off x="4617720" y="210114"/>
            <a:ext cx="2153412" cy="365760"/>
          </a:xfrm>
        </p:spPr>
        <p:txBody>
          <a:bodyPr rtlCol="0"/>
          <a:lstStyle/>
          <a:p>
            <a:pPr rtl="0"/>
            <a:r>
              <a:rPr lang="en-US"/>
              <a:t>24/11/2025</a:t>
            </a:r>
          </a:p>
        </p:txBody>
      </p:sp>
      <p:sp>
        <p:nvSpPr>
          <p:cNvPr id="12" name="Espaço Reservado para o Número do Slide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210114"/>
            <a:ext cx="493776" cy="365760"/>
          </a:xfrm>
        </p:spPr>
        <p:txBody>
          <a:bodyPr rtlCol="0"/>
          <a:lstStyle/>
          <a:p>
            <a:pPr rtl="0"/>
            <a:fld id="{5E0677F5-4A8A-4BF1-96BE-3BAE8FBAFE2E}" type="slidenum">
              <a:rPr lang="en-US" smtClean="0"/>
              <a:t>‹nº›</a:t>
            </a:fld>
            <a:endParaRPr lang="en-US"/>
          </a:p>
        </p:txBody>
      </p:sp>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621524" y="0"/>
            <a:ext cx="4570476" cy="6858000"/>
          </a:xfrm>
          <a:blipFill>
            <a:blip r:embed="rId2">
              <a:alphaModFix amt="70000"/>
            </a:blip>
            <a:stretch>
              <a:fillRect/>
            </a:stretch>
          </a:blipFill>
        </p:spPr>
        <p:txBody>
          <a:bodyPr rtlCol="0"/>
          <a:lstStyle>
            <a:lvl1pPr>
              <a:defRPr/>
            </a:lvl1pPr>
          </a:lstStyle>
          <a:p>
            <a:pPr rtl="0"/>
            <a:r>
              <a:rPr lang="pt-br"/>
              <a:t>   </a:t>
            </a:r>
          </a:p>
        </p:txBody>
      </p:sp>
      <p:cxnSp>
        <p:nvCxnSpPr>
          <p:cNvPr id="7" name="Conector Reto 6">
            <a:extLst>
              <a:ext uri="{FF2B5EF4-FFF2-40B4-BE49-F238E27FC236}">
                <a16:creationId xmlns:a16="http://schemas.microsoft.com/office/drawing/2014/main" id="{3B3541FD-375E-9F25-9D6E-2C93D6A17135}"/>
              </a:ext>
            </a:extLst>
          </p:cNvPr>
          <p:cNvCxnSpPr>
            <a:cxnSpLocks/>
          </p:cNvCxnSpPr>
          <p:nvPr userDrawn="1"/>
        </p:nvCxnSpPr>
        <p:spPr>
          <a:xfrm flipH="1">
            <a:off x="398166" y="762000"/>
            <a:ext cx="669969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20031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ítulo com Imagem 6">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866C36F6-3968-40FA-37EA-155D2BE42AD1}"/>
              </a:ext>
            </a:extLst>
          </p:cNvPr>
          <p:cNvSpPr/>
          <p:nvPr/>
        </p:nvSpPr>
        <p:spPr>
          <a:xfrm>
            <a:off x="-2754" y="5254619"/>
            <a:ext cx="12188952" cy="1603381"/>
          </a:xfrm>
          <a:prstGeom prst="rect">
            <a:avLst/>
          </a:prstGeom>
          <a:gradFill>
            <a:gsLst>
              <a:gs pos="62000">
                <a:schemeClr val="accent6">
                  <a:lumMod val="50000"/>
                  <a:alpha val="0"/>
                </a:schemeClr>
              </a:gs>
              <a:gs pos="100000">
                <a:schemeClr val="accent4">
                  <a:alpha val="8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tângulo 9">
            <a:extLst>
              <a:ext uri="{FF2B5EF4-FFF2-40B4-BE49-F238E27FC236}">
                <a16:creationId xmlns:a16="http://schemas.microsoft.com/office/drawing/2014/main" id="{1B63A348-0551-47A0-DA50-F560E4EC6794}"/>
              </a:ext>
            </a:extLst>
          </p:cNvPr>
          <p:cNvSpPr/>
          <p:nvPr/>
        </p:nvSpPr>
        <p:spPr>
          <a:xfrm>
            <a:off x="1430867" y="4492679"/>
            <a:ext cx="10758085" cy="2365320"/>
          </a:xfrm>
          <a:prstGeom prst="rect">
            <a:avLst/>
          </a:prstGeom>
          <a:gradFill>
            <a:gsLst>
              <a:gs pos="71000">
                <a:schemeClr val="accent1">
                  <a:lumMod val="50000"/>
                  <a:alpha val="0"/>
                </a:schemeClr>
              </a:gs>
              <a:gs pos="99000">
                <a:schemeClr val="accent3">
                  <a:lumMod val="60000"/>
                  <a:lumOff val="40000"/>
                  <a:alpha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Título 4">
            <a:extLst>
              <a:ext uri="{FF2B5EF4-FFF2-40B4-BE49-F238E27FC236}">
                <a16:creationId xmlns:a16="http://schemas.microsoft.com/office/drawing/2014/main" id="{7EE9334A-B58A-1191-419B-686185B07C62}"/>
              </a:ext>
            </a:extLst>
          </p:cNvPr>
          <p:cNvSpPr>
            <a:spLocks noGrp="1"/>
          </p:cNvSpPr>
          <p:nvPr>
            <p:ph type="title"/>
          </p:nvPr>
        </p:nvSpPr>
        <p:spPr>
          <a:xfrm>
            <a:off x="274320" y="5216448"/>
            <a:ext cx="7627857" cy="1394843"/>
          </a:xfrm>
        </p:spPr>
        <p:txBody>
          <a:bodyPr rtlCol="0">
            <a:normAutofit/>
          </a:bodyPr>
          <a:lstStyle>
            <a:lvl1pPr>
              <a:defRPr sz="3600"/>
            </a:lvl1pPr>
          </a:lstStyle>
          <a:p>
            <a:pPr rtl="0"/>
            <a:r>
              <a:rPr lang="pt-br"/>
              <a:t>Clique para editar o estilo de título Mestre</a:t>
            </a:r>
          </a:p>
        </p:txBody>
      </p:sp>
      <p:sp>
        <p:nvSpPr>
          <p:cNvPr id="12" name="Subtítulo 2">
            <a:extLst>
              <a:ext uri="{FF2B5EF4-FFF2-40B4-BE49-F238E27FC236}">
                <a16:creationId xmlns:a16="http://schemas.microsoft.com/office/drawing/2014/main" id="{25AC1EE1-879A-DD62-9DEE-9EDB54468EA5}"/>
              </a:ext>
            </a:extLst>
          </p:cNvPr>
          <p:cNvSpPr>
            <a:spLocks noGrp="1"/>
          </p:cNvSpPr>
          <p:nvPr>
            <p:ph type="subTitle" idx="1"/>
          </p:nvPr>
        </p:nvSpPr>
        <p:spPr>
          <a:xfrm>
            <a:off x="9183509" y="5216447"/>
            <a:ext cx="2738340" cy="1394844"/>
          </a:xfrm>
          <a:noFill/>
        </p:spPr>
        <p:txBody>
          <a:bodyPr vert="horz" lIns="91440" tIns="45720" rIns="91440" bIns="45720" rtlCol="0" anchor="b">
            <a:noAutofit/>
          </a:bodyPr>
          <a:lstStyle>
            <a:lvl1pPr marL="0" indent="0">
              <a:buNone/>
              <a:defRPr lang="en-US" sz="1400" dirty="0"/>
            </a:lvl1pPr>
          </a:lstStyle>
          <a:p>
            <a:pPr lvl="0" rtl="0"/>
            <a:r>
              <a:rPr lang="pt-br"/>
              <a:t>Clique para editar o estilo de subtítulo Mestre</a:t>
            </a:r>
          </a:p>
        </p:txBody>
      </p:sp>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3936570"/>
          </a:xfrm>
          <a:blipFill>
            <a:blip r:embed="rId2">
              <a:alphaModFix amt="70000"/>
            </a:blip>
            <a:stretch>
              <a:fillRect t="-14126"/>
            </a:stretch>
          </a:blipFill>
        </p:spPr>
        <p:txBody>
          <a:bodyPr rtlCol="0"/>
          <a:lstStyle>
            <a:lvl1pPr>
              <a:defRPr/>
            </a:lvl1pPr>
          </a:lstStyle>
          <a:p>
            <a:pPr rtl="0"/>
            <a:r>
              <a:rPr lang="pt-br"/>
              <a:t>   </a:t>
            </a:r>
          </a:p>
        </p:txBody>
      </p:sp>
      <p:sp>
        <p:nvSpPr>
          <p:cNvPr id="7" name="Espaço Reservado para Data 6">
            <a:extLst>
              <a:ext uri="{FF2B5EF4-FFF2-40B4-BE49-F238E27FC236}">
                <a16:creationId xmlns:a16="http://schemas.microsoft.com/office/drawing/2014/main" id="{0F001462-21CF-5988-0554-7DB1C494B04E}"/>
              </a:ext>
            </a:extLst>
          </p:cNvPr>
          <p:cNvSpPr>
            <a:spLocks noGrp="1"/>
          </p:cNvSpPr>
          <p:nvPr>
            <p:ph type="dt" sz="half" idx="14"/>
          </p:nvPr>
        </p:nvSpPr>
        <p:spPr>
          <a:xfrm>
            <a:off x="301752" y="4154963"/>
            <a:ext cx="3447355" cy="365760"/>
          </a:xfrm>
        </p:spPr>
        <p:txBody>
          <a:bodyPr rtlCol="0"/>
          <a:lstStyle/>
          <a:p>
            <a:pPr rtl="0"/>
            <a:r>
              <a:rPr lang="en-US"/>
              <a:t>24/11/2025</a:t>
            </a:r>
          </a:p>
        </p:txBody>
      </p:sp>
      <p:sp>
        <p:nvSpPr>
          <p:cNvPr id="8" name="Espaço Reservado para Rodapé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4154963"/>
            <a:ext cx="2181351" cy="365760"/>
          </a:xfrm>
        </p:spPr>
        <p:txBody>
          <a:bodyPr rtlCol="0"/>
          <a:lstStyle/>
          <a:p>
            <a:pPr rtl="0"/>
            <a:r>
              <a:rPr lang="pt-br"/>
              <a:t>Amostra de Texto de Rodapé</a:t>
            </a:r>
          </a:p>
        </p:txBody>
      </p:sp>
      <p:sp>
        <p:nvSpPr>
          <p:cNvPr id="13" name="Espaço Reservado para o Número do Slide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52503" y="4154963"/>
            <a:ext cx="448805" cy="365760"/>
          </a:xfrm>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795718846"/>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ítulo">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2483189" y="0"/>
            <a:ext cx="9708811" cy="6859553"/>
          </a:xfrm>
          <a:prstGeom prst="rect">
            <a:avLst/>
          </a:prstGeom>
          <a:gradFill flip="none" rotWithShape="1">
            <a:gsLst>
              <a:gs pos="9000">
                <a:schemeClr val="accent1">
                  <a:lumMod val="75000"/>
                </a:schemeClr>
              </a:gs>
              <a:gs pos="54000">
                <a:schemeClr val="bg2">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8" name="Retângulo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398166" y="2201332"/>
            <a:ext cx="11793834" cy="4656665"/>
          </a:xfrm>
          <a:prstGeom prst="rect">
            <a:avLst/>
          </a:prstGeom>
          <a:gradFill>
            <a:gsLst>
              <a:gs pos="0">
                <a:schemeClr val="accent2"/>
              </a:gs>
              <a:gs pos="36000">
                <a:schemeClr val="accent1">
                  <a:lumMod val="5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11" name="Retângulo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17000">
                <a:schemeClr val="accent3">
                  <a:lumMod val="60000"/>
                  <a:lumOff val="40000"/>
                  <a:alpha val="51000"/>
                </a:schemeClr>
              </a:gs>
              <a:gs pos="44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solidFill>
                <a:schemeClr val="tx1"/>
              </a:solidFill>
            </a:endParaRPr>
          </a:p>
        </p:txBody>
      </p:sp>
      <p:cxnSp>
        <p:nvCxnSpPr>
          <p:cNvPr id="14" name="Conector Reto 13">
            <a:extLst>
              <a:ext uri="{FF2B5EF4-FFF2-40B4-BE49-F238E27FC236}">
                <a16:creationId xmlns:a16="http://schemas.microsoft.com/office/drawing/2014/main" id="{3CE9BCB7-0B84-78EB-474B-9077DE024658}"/>
              </a:ext>
            </a:extLst>
          </p:cNvPr>
          <p:cNvCxnSpPr>
            <a:cxnSpLocks/>
          </p:cNvCxnSpPr>
          <p:nvPr/>
        </p:nvCxnSpPr>
        <p:spPr>
          <a:xfrm flipH="1">
            <a:off x="358140" y="5174874"/>
            <a:ext cx="11475720"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Título 9">
            <a:extLst>
              <a:ext uri="{FF2B5EF4-FFF2-40B4-BE49-F238E27FC236}">
                <a16:creationId xmlns:a16="http://schemas.microsoft.com/office/drawing/2014/main" id="{B7CA771C-C0DC-4CE5-6507-04B80A7BF2D3}"/>
              </a:ext>
            </a:extLst>
          </p:cNvPr>
          <p:cNvSpPr>
            <a:spLocks noGrp="1"/>
          </p:cNvSpPr>
          <p:nvPr>
            <p:ph type="title"/>
          </p:nvPr>
        </p:nvSpPr>
        <p:spPr>
          <a:xfrm>
            <a:off x="274320" y="388704"/>
            <a:ext cx="9509760" cy="4297679"/>
          </a:xfrm>
        </p:spPr>
        <p:txBody>
          <a:bodyPr rtlCol="0" anchor="t"/>
          <a:lstStyle>
            <a:lvl1pPr>
              <a:defRPr sz="6000"/>
            </a:lvl1pPr>
          </a:lstStyle>
          <a:p>
            <a:pPr rtl="0"/>
            <a:r>
              <a:rPr lang="pt-br"/>
              <a:t>Clique para editar o estilo de título Mestre</a:t>
            </a:r>
          </a:p>
        </p:txBody>
      </p:sp>
      <p:sp>
        <p:nvSpPr>
          <p:cNvPr id="17" name="Subtítulo 2">
            <a:extLst>
              <a:ext uri="{FF2B5EF4-FFF2-40B4-BE49-F238E27FC236}">
                <a16:creationId xmlns:a16="http://schemas.microsoft.com/office/drawing/2014/main" id="{1CA59141-B447-02B6-2167-E19939B6D502}"/>
              </a:ext>
            </a:extLst>
          </p:cNvPr>
          <p:cNvSpPr>
            <a:spLocks noGrp="1"/>
          </p:cNvSpPr>
          <p:nvPr>
            <p:ph type="subTitle" idx="1"/>
          </p:nvPr>
        </p:nvSpPr>
        <p:spPr>
          <a:xfrm>
            <a:off x="301751" y="5486399"/>
            <a:ext cx="6951553" cy="726128"/>
          </a:xfrm>
          <a:noFill/>
        </p:spPr>
        <p:txBody>
          <a:bodyPr vert="horz" lIns="91440" tIns="45720" rIns="91440" bIns="45720" rtlCol="0" anchor="t">
            <a:noAutofit/>
          </a:bodyPr>
          <a:lstStyle>
            <a:lvl1pPr marL="0" indent="0">
              <a:buNone/>
              <a:defRPr lang="en-US" sz="1800" dirty="0"/>
            </a:lvl1pPr>
          </a:lstStyle>
          <a:p>
            <a:pPr lvl="0" rtl="0"/>
            <a:r>
              <a:rPr lang="pt-br"/>
              <a:t>Clique para editar o estilo de subtítulo Mestre</a:t>
            </a:r>
          </a:p>
        </p:txBody>
      </p:sp>
      <p:sp>
        <p:nvSpPr>
          <p:cNvPr id="4" name="Espaço Reservado para Data 3">
            <a:extLst>
              <a:ext uri="{FF2B5EF4-FFF2-40B4-BE49-F238E27FC236}">
                <a16:creationId xmlns:a16="http://schemas.microsoft.com/office/drawing/2014/main" id="{1F96BEF7-236A-87FA-F0D9-F4515D8135D3}"/>
              </a:ext>
            </a:extLst>
          </p:cNvPr>
          <p:cNvSpPr>
            <a:spLocks noGrp="1"/>
          </p:cNvSpPr>
          <p:nvPr>
            <p:ph type="dt" sz="half" idx="10"/>
          </p:nvPr>
        </p:nvSpPr>
        <p:spPr>
          <a:xfrm>
            <a:off x="301752" y="6304985"/>
            <a:ext cx="2218156" cy="365760"/>
          </a:xfrm>
        </p:spPr>
        <p:txBody>
          <a:bodyPr rtlCol="0"/>
          <a:lstStyle>
            <a:lvl1pPr>
              <a:defRPr>
                <a:solidFill>
                  <a:schemeClr val="tx1"/>
                </a:solidFill>
              </a:defRPr>
            </a:lvl1pPr>
          </a:lstStyle>
          <a:p>
            <a:pPr rtl="0"/>
            <a:r>
              <a:rPr lang="en-US"/>
              <a:t>24/11/2025</a:t>
            </a:r>
          </a:p>
        </p:txBody>
      </p:sp>
      <p:sp>
        <p:nvSpPr>
          <p:cNvPr id="5" name="Espaço Reservado para Rodapé 4">
            <a:extLst>
              <a:ext uri="{FF2B5EF4-FFF2-40B4-BE49-F238E27FC236}">
                <a16:creationId xmlns:a16="http://schemas.microsoft.com/office/drawing/2014/main" id="{B2B0F5B7-78E6-2702-0F8C-122F4D21C908}"/>
              </a:ext>
            </a:extLst>
          </p:cNvPr>
          <p:cNvSpPr>
            <a:spLocks noGrp="1"/>
          </p:cNvSpPr>
          <p:nvPr>
            <p:ph type="ftr" sz="quarter" idx="11"/>
          </p:nvPr>
        </p:nvSpPr>
        <p:spPr>
          <a:xfrm>
            <a:off x="7622485" y="6304985"/>
            <a:ext cx="2509284" cy="365760"/>
          </a:xfrm>
        </p:spPr>
        <p:txBody>
          <a:bodyPr rtlCol="0"/>
          <a:lstStyle>
            <a:lvl1pPr>
              <a:defRPr>
                <a:solidFill>
                  <a:schemeClr val="tx1"/>
                </a:solidFill>
              </a:defRPr>
            </a:lvl1pPr>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929C8F0-DE20-1DBB-6A42-CBFFAE15D7E6}"/>
              </a:ext>
            </a:extLst>
          </p:cNvPr>
          <p:cNvSpPr>
            <a:spLocks noGrp="1"/>
          </p:cNvSpPr>
          <p:nvPr>
            <p:ph type="sldNum" sz="quarter" idx="12"/>
          </p:nvPr>
        </p:nvSpPr>
        <p:spPr>
          <a:xfrm>
            <a:off x="11407526" y="6304985"/>
            <a:ext cx="493776" cy="365760"/>
          </a:xfrm>
        </p:spPr>
        <p:txBody>
          <a:bodyPr rtlCol="0"/>
          <a:lstStyle>
            <a:lvl1pPr>
              <a:defRPr>
                <a:solidFill>
                  <a:schemeClr val="tx1"/>
                </a:solidFill>
              </a:defRPr>
            </a:lvl1pPr>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13313893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ítulo 2">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rtlCol="0" anchor="t"/>
          <a:lstStyle>
            <a:lvl1pPr>
              <a:defRPr sz="5000"/>
            </a:lvl1pPr>
          </a:lstStyle>
          <a:p>
            <a:pPr rtl="0"/>
            <a:r>
              <a:rPr lang="pt-br"/>
              <a:t>Clique para editar o estilo de título Mestre</a:t>
            </a:r>
          </a:p>
        </p:txBody>
      </p:sp>
      <p:sp>
        <p:nvSpPr>
          <p:cNvPr id="7" name="Subtítulo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rtl="0"/>
            <a:r>
              <a:rPr lang="pt-br"/>
              <a:t>Clique para editar o estilo de subtítulo Mestre</a:t>
            </a:r>
          </a:p>
        </p:txBody>
      </p:sp>
      <p:sp>
        <p:nvSpPr>
          <p:cNvPr id="15" name="Espaço Reservado para Data 14">
            <a:extLst>
              <a:ext uri="{FF2B5EF4-FFF2-40B4-BE49-F238E27FC236}">
                <a16:creationId xmlns:a16="http://schemas.microsoft.com/office/drawing/2014/main" id="{4E1D7382-6629-2CE5-9CD1-12C42772E0D2}"/>
              </a:ext>
            </a:extLst>
          </p:cNvPr>
          <p:cNvSpPr>
            <a:spLocks noGrp="1"/>
          </p:cNvSpPr>
          <p:nvPr>
            <p:ph type="dt" sz="half" idx="10"/>
          </p:nvPr>
        </p:nvSpPr>
        <p:spPr/>
        <p:txBody>
          <a:bodyPr rtlCol="0"/>
          <a:lstStyle/>
          <a:p>
            <a:pPr rtl="0"/>
            <a:r>
              <a:rPr lang="en-US"/>
              <a:t>24/11/2025</a:t>
            </a:r>
          </a:p>
        </p:txBody>
      </p:sp>
      <p:sp>
        <p:nvSpPr>
          <p:cNvPr id="16" name="Espaço Reservado para Rodapé 15">
            <a:extLst>
              <a:ext uri="{FF2B5EF4-FFF2-40B4-BE49-F238E27FC236}">
                <a16:creationId xmlns:a16="http://schemas.microsoft.com/office/drawing/2014/main" id="{04D3FCD7-2C92-02D9-B65F-03119FF69156}"/>
              </a:ext>
            </a:extLst>
          </p:cNvPr>
          <p:cNvSpPr>
            <a:spLocks noGrp="1"/>
          </p:cNvSpPr>
          <p:nvPr>
            <p:ph type="ftr" sz="quarter" idx="11"/>
          </p:nvPr>
        </p:nvSpPr>
        <p:spPr/>
        <p:txBody>
          <a:bodyPr rtlCol="0"/>
          <a:lstStyle/>
          <a:p>
            <a:pPr rtl="0"/>
            <a:r>
              <a:rPr lang="pt-br"/>
              <a:t>Amostra de Texto de Rodapé</a:t>
            </a:r>
          </a:p>
        </p:txBody>
      </p:sp>
      <p:sp>
        <p:nvSpPr>
          <p:cNvPr id="17" name="Espaço Reservado para o Número do Slide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rtlCol="0"/>
          <a:lstStyle/>
          <a:p>
            <a:pPr rtl="0"/>
            <a:fld id="{5E0677F5-4A8A-4BF1-96BE-3BAE8FBAFE2E}" type="slidenum">
              <a:rPr lang="en-US" smtClean="0"/>
              <a:pPr rtl="0"/>
              <a:t>‹nº›</a:t>
            </a:fld>
            <a:endParaRPr lang="en-US"/>
          </a:p>
        </p:txBody>
      </p:sp>
      <p:sp>
        <p:nvSpPr>
          <p:cNvPr id="11" name="Retângulo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tângulo 11">
            <a:extLst>
              <a:ext uri="{FF2B5EF4-FFF2-40B4-BE49-F238E27FC236}">
                <a16:creationId xmlns:a16="http://schemas.microsoft.com/office/drawing/2014/main" id="{B2EC29EB-3E43-F1FF-EB6B-9F5C908FFCC8}"/>
              </a:ext>
            </a:extLst>
          </p:cNvPr>
          <p:cNvSpPr/>
          <p:nvPr userDrawn="1"/>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41308416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3">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1A723D2-7AAD-C321-CBD6-371714EC1095}"/>
              </a:ext>
            </a:extLst>
          </p:cNvPr>
          <p:cNvSpPr/>
          <p:nvPr/>
        </p:nvSpPr>
        <p:spPr>
          <a:xfrm>
            <a:off x="0" y="-1"/>
            <a:ext cx="12192000" cy="6858000"/>
          </a:xfrm>
          <a:prstGeom prst="rect">
            <a:avLst/>
          </a:prstGeom>
          <a:gradFill flip="none" rotWithShape="1">
            <a:gsLst>
              <a:gs pos="70000">
                <a:schemeClr val="bg2"/>
              </a:gs>
              <a:gs pos="1149">
                <a:schemeClr val="accent3">
                  <a:lumMod val="50000"/>
                </a:schemeClr>
              </a:gs>
              <a:gs pos="33000">
                <a:schemeClr val="accent2">
                  <a:lumMod val="50000"/>
                </a:schemeClr>
              </a:gs>
            </a:gsLst>
            <a:path path="circle">
              <a:fillToRect t="100000" r="100000"/>
            </a:path>
            <a:tileRect l="-100000" b="-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5" name="Retângulo 4">
            <a:extLst>
              <a:ext uri="{FF2B5EF4-FFF2-40B4-BE49-F238E27FC236}">
                <a16:creationId xmlns:a16="http://schemas.microsoft.com/office/drawing/2014/main" id="{0854A4F1-E6B3-0BD8-2214-FC728BA0524F}"/>
              </a:ext>
            </a:extLst>
          </p:cNvPr>
          <p:cNvSpPr/>
          <p:nvPr/>
        </p:nvSpPr>
        <p:spPr>
          <a:xfrm rot="5400000">
            <a:off x="4604446" y="-729554"/>
            <a:ext cx="4537587" cy="10637521"/>
          </a:xfrm>
          <a:prstGeom prst="rect">
            <a:avLst/>
          </a:prstGeom>
          <a:gradFill flip="none" rotWithShape="1">
            <a:gsLst>
              <a:gs pos="65000">
                <a:schemeClr val="tx1">
                  <a:alpha val="0"/>
                </a:schemeClr>
              </a:gs>
              <a:gs pos="0">
                <a:schemeClr val="accent3">
                  <a:lumMod val="60000"/>
                  <a:lumOff val="40000"/>
                  <a:alpha val="70000"/>
                </a:schemeClr>
              </a:gs>
              <a:gs pos="32000">
                <a:schemeClr val="accent4">
                  <a:alpha val="0"/>
                </a:schemeClr>
              </a:gs>
            </a:gsLst>
            <a:lin ang="96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12" name="Título 11">
            <a:extLst>
              <a:ext uri="{FF2B5EF4-FFF2-40B4-BE49-F238E27FC236}">
                <a16:creationId xmlns:a16="http://schemas.microsoft.com/office/drawing/2014/main" id="{4B18168D-C992-4156-FB48-F867F260F21D}"/>
              </a:ext>
            </a:extLst>
          </p:cNvPr>
          <p:cNvSpPr>
            <a:spLocks noGrp="1"/>
          </p:cNvSpPr>
          <p:nvPr>
            <p:ph type="title"/>
          </p:nvPr>
        </p:nvSpPr>
        <p:spPr>
          <a:xfrm>
            <a:off x="270456" y="1133862"/>
            <a:ext cx="8346853" cy="3537889"/>
          </a:xfrm>
        </p:spPr>
        <p:txBody>
          <a:bodyPr rtlCol="0" anchor="t"/>
          <a:lstStyle>
            <a:lvl1pPr>
              <a:defRPr sz="5000"/>
            </a:lvl1pPr>
          </a:lstStyle>
          <a:p>
            <a:pPr rtl="0"/>
            <a:r>
              <a:rPr lang="pt-br"/>
              <a:t>Clique para editar o estilo de título Mestre</a:t>
            </a:r>
          </a:p>
        </p:txBody>
      </p:sp>
      <p:sp>
        <p:nvSpPr>
          <p:cNvPr id="14" name="Subtítulo 2">
            <a:extLst>
              <a:ext uri="{FF2B5EF4-FFF2-40B4-BE49-F238E27FC236}">
                <a16:creationId xmlns:a16="http://schemas.microsoft.com/office/drawing/2014/main" id="{701A87CE-1AFE-0182-C6D3-084296E48E91}"/>
              </a:ext>
            </a:extLst>
          </p:cNvPr>
          <p:cNvSpPr>
            <a:spLocks noGrp="1"/>
          </p:cNvSpPr>
          <p:nvPr>
            <p:ph type="subTitle" idx="1"/>
          </p:nvPr>
        </p:nvSpPr>
        <p:spPr>
          <a:xfrm>
            <a:off x="301751" y="5525725"/>
            <a:ext cx="6052929" cy="884901"/>
          </a:xfrm>
          <a:noFill/>
        </p:spPr>
        <p:txBody>
          <a:bodyPr vert="horz" lIns="91440" tIns="45720" rIns="91440" bIns="45720" rtlCol="0" anchor="t">
            <a:noAutofit/>
          </a:bodyPr>
          <a:lstStyle>
            <a:lvl1pPr marL="0" indent="0">
              <a:buNone/>
              <a:defRPr lang="en-US" sz="1800" dirty="0"/>
            </a:lvl1pPr>
          </a:lstStyle>
          <a:p>
            <a:pPr lvl="0" rtl="0"/>
            <a:r>
              <a:rPr lang="pt-br"/>
              <a:t>Clique para editar o estilo de subtítulo Mestre</a:t>
            </a:r>
          </a:p>
        </p:txBody>
      </p:sp>
      <p:sp>
        <p:nvSpPr>
          <p:cNvPr id="7" name="Espaço Reservado para Data 6">
            <a:extLst>
              <a:ext uri="{FF2B5EF4-FFF2-40B4-BE49-F238E27FC236}">
                <a16:creationId xmlns:a16="http://schemas.microsoft.com/office/drawing/2014/main" id="{5EAFA23F-C567-5858-AF7D-C37EC8657A25}"/>
              </a:ext>
            </a:extLst>
          </p:cNvPr>
          <p:cNvSpPr>
            <a:spLocks noGrp="1"/>
          </p:cNvSpPr>
          <p:nvPr>
            <p:ph type="dt" sz="half" idx="10"/>
          </p:nvPr>
        </p:nvSpPr>
        <p:spPr/>
        <p:txBody>
          <a:bodyPr rtlCol="0"/>
          <a:lstStyle/>
          <a:p>
            <a:pPr rtl="0"/>
            <a:r>
              <a:rPr lang="en-US"/>
              <a:t>24/11/2025</a:t>
            </a:r>
          </a:p>
        </p:txBody>
      </p:sp>
      <p:sp>
        <p:nvSpPr>
          <p:cNvPr id="8" name="Espaço Reservado para Rodapé 7">
            <a:extLst>
              <a:ext uri="{FF2B5EF4-FFF2-40B4-BE49-F238E27FC236}">
                <a16:creationId xmlns:a16="http://schemas.microsoft.com/office/drawing/2014/main" id="{8EFB4A31-4D88-6836-9F3A-5E23FC9DE7FB}"/>
              </a:ext>
            </a:extLst>
          </p:cNvPr>
          <p:cNvSpPr>
            <a:spLocks noGrp="1"/>
          </p:cNvSpPr>
          <p:nvPr>
            <p:ph type="ftr" sz="quarter" idx="11"/>
          </p:nvPr>
        </p:nvSpPr>
        <p:spPr/>
        <p:txBody>
          <a:bodyPr rtlCol="0"/>
          <a:lstStyle/>
          <a:p>
            <a:pPr rtl="0"/>
            <a:r>
              <a:rPr lang="pt-br"/>
              <a:t>Amostra de Texto de Rodapé</a:t>
            </a:r>
          </a:p>
        </p:txBody>
      </p:sp>
      <p:sp>
        <p:nvSpPr>
          <p:cNvPr id="9" name="Espaço Reservado para o Número do Slide 8">
            <a:extLst>
              <a:ext uri="{FF2B5EF4-FFF2-40B4-BE49-F238E27FC236}">
                <a16:creationId xmlns:a16="http://schemas.microsoft.com/office/drawing/2014/main" id="{E3C38715-2A76-D075-B90E-D24A263D8DA5}"/>
              </a:ext>
            </a:extLst>
          </p:cNvPr>
          <p:cNvSpPr>
            <a:spLocks noGrp="1"/>
          </p:cNvSpPr>
          <p:nvPr>
            <p:ph type="sldNum" sz="quarter" idx="12"/>
          </p:nvPr>
        </p:nvSpPr>
        <p:spPr/>
        <p:txBody>
          <a:bodyPr rtlCol="0"/>
          <a:lstStyle/>
          <a:p>
            <a:pPr rtl="0"/>
            <a:fld id="{5E0677F5-4A8A-4BF1-96BE-3BAE8FBAFE2E}" type="slidenum">
              <a:rPr lang="en-US" smtClean="0"/>
              <a:pPr rtl="0"/>
              <a:t>‹nº›</a:t>
            </a:fld>
            <a:endParaRPr lang="en-US"/>
          </a:p>
        </p:txBody>
      </p:sp>
      <p:cxnSp>
        <p:nvCxnSpPr>
          <p:cNvPr id="6" name="Conector Reto 5">
            <a:extLst>
              <a:ext uri="{FF2B5EF4-FFF2-40B4-BE49-F238E27FC236}">
                <a16:creationId xmlns:a16="http://schemas.microsoft.com/office/drawing/2014/main" id="{3D6702AA-E129-137F-060D-8DD37BC99937}"/>
              </a:ext>
            </a:extLst>
          </p:cNvPr>
          <p:cNvCxnSpPr>
            <a:cxnSpLocks/>
          </p:cNvCxnSpPr>
          <p:nvPr/>
        </p:nvCxnSpPr>
        <p:spPr>
          <a:xfrm flipH="1">
            <a:off x="358140" y="762000"/>
            <a:ext cx="11475720" cy="0"/>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Conector Reto 9">
            <a:extLst>
              <a:ext uri="{FF2B5EF4-FFF2-40B4-BE49-F238E27FC236}">
                <a16:creationId xmlns:a16="http://schemas.microsoft.com/office/drawing/2014/main" id="{D0FD9841-58FA-E828-27A6-DBFBFA5C0854}"/>
              </a:ext>
            </a:extLst>
          </p:cNvPr>
          <p:cNvCxnSpPr>
            <a:cxnSpLocks/>
          </p:cNvCxnSpPr>
          <p:nvPr/>
        </p:nvCxnSpPr>
        <p:spPr>
          <a:xfrm flipH="1">
            <a:off x="394716" y="5250426"/>
            <a:ext cx="11402568" cy="0"/>
          </a:xfrm>
          <a:prstGeom prst="line">
            <a:avLst/>
          </a:prstGeom>
          <a:ln w="6350">
            <a:solidFill>
              <a:schemeClr val="tx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57839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abeçalho da Seção">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7" name="Retângulo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6" name="Retângulo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2" name="Título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rtlCol="0" anchor="b">
            <a:normAutofit/>
          </a:bodyPr>
          <a:lstStyle>
            <a:lvl1pPr algn="r">
              <a:defRPr sz="7200">
                <a:solidFill>
                  <a:schemeClr val="tx1"/>
                </a:solidFill>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3FCA76BF-5E58-9143-643F-6B06864B8735}"/>
              </a:ext>
            </a:extLst>
          </p:cNvPr>
          <p:cNvSpPr>
            <a:spLocks noGrp="1"/>
          </p:cNvSpPr>
          <p:nvPr>
            <p:ph type="dt" sz="half" idx="10"/>
          </p:nvPr>
        </p:nvSpPr>
        <p:spPr/>
        <p:txBody>
          <a:bodyPr rtlCol="0"/>
          <a:lstStyle/>
          <a:p>
            <a:pPr rtl="0"/>
            <a:r>
              <a:rPr lang="en-US"/>
              <a:t>24/11/2025</a:t>
            </a:r>
          </a:p>
        </p:txBody>
      </p:sp>
      <p:sp>
        <p:nvSpPr>
          <p:cNvPr id="4" name="Espaço Reservado para Rodapé 3">
            <a:extLst>
              <a:ext uri="{FF2B5EF4-FFF2-40B4-BE49-F238E27FC236}">
                <a16:creationId xmlns:a16="http://schemas.microsoft.com/office/drawing/2014/main" id="{006C9F8B-DAAC-4FD9-5257-842E1B079B6D}"/>
              </a:ext>
            </a:extLst>
          </p:cNvPr>
          <p:cNvSpPr>
            <a:spLocks noGrp="1"/>
          </p:cNvSpPr>
          <p:nvPr>
            <p:ph type="ftr" sz="quarter" idx="11"/>
          </p:nvPr>
        </p:nvSpPr>
        <p:spPr/>
        <p:txBody>
          <a:bodyPr rtlCol="0"/>
          <a:lstStyle/>
          <a:p>
            <a:pPr rtl="0"/>
            <a:r>
              <a:rPr lang="pt-br"/>
              <a:t>Exemplo de Texto de Rodapé</a:t>
            </a:r>
          </a:p>
        </p:txBody>
      </p:sp>
      <p:sp>
        <p:nvSpPr>
          <p:cNvPr id="8" name="Espaço Reservado para o Número do Slide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rtlCol="0"/>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4060282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abeçalho da Seção 2">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43D93006-CD9A-ACB8-4DFF-755585BD51C6}"/>
              </a:ext>
            </a:extLst>
          </p:cNvPr>
          <p:cNvSpPr/>
          <p:nvPr/>
        </p:nvSpPr>
        <p:spPr>
          <a:xfrm rot="16200000" flipH="1">
            <a:off x="-367223" y="363046"/>
            <a:ext cx="6866356" cy="6131909"/>
          </a:xfrm>
          <a:prstGeom prst="rect">
            <a:avLst/>
          </a:prstGeom>
          <a:gradFill>
            <a:gsLst>
              <a:gs pos="0">
                <a:schemeClr val="accent1">
                  <a:lumMod val="75000"/>
                </a:schemeClr>
              </a:gs>
              <a:gs pos="69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7" name="Retângulo 6">
            <a:extLst>
              <a:ext uri="{FF2B5EF4-FFF2-40B4-BE49-F238E27FC236}">
                <a16:creationId xmlns:a16="http://schemas.microsoft.com/office/drawing/2014/main" id="{A35B8330-0A40-6340-3205-86A38459537F}"/>
              </a:ext>
            </a:extLst>
          </p:cNvPr>
          <p:cNvSpPr/>
          <p:nvPr/>
        </p:nvSpPr>
        <p:spPr>
          <a:xfrm rot="16200000">
            <a:off x="-2106733" y="2106735"/>
            <a:ext cx="6858000" cy="2644533"/>
          </a:xfrm>
          <a:prstGeom prst="rect">
            <a:avLst/>
          </a:prstGeom>
          <a:gradFill>
            <a:gsLst>
              <a:gs pos="0">
                <a:schemeClr val="accent3">
                  <a:lumMod val="60000"/>
                  <a:lumOff val="40000"/>
                  <a:alpha val="72000"/>
                </a:schemeClr>
              </a:gs>
              <a:gs pos="49000">
                <a:schemeClr val="bg2">
                  <a:alpha val="0"/>
                </a:schemeClr>
              </a:gs>
            </a:gsLst>
            <a:lin ang="58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6" name="Retângulo 5">
            <a:extLst>
              <a:ext uri="{FF2B5EF4-FFF2-40B4-BE49-F238E27FC236}">
                <a16:creationId xmlns:a16="http://schemas.microsoft.com/office/drawing/2014/main" id="{DF922070-FC98-090C-2EE5-E880AEA09D1B}"/>
              </a:ext>
            </a:extLst>
          </p:cNvPr>
          <p:cNvSpPr/>
          <p:nvPr/>
        </p:nvSpPr>
        <p:spPr>
          <a:xfrm flipH="1" flipV="1">
            <a:off x="0" y="2200164"/>
            <a:ext cx="12192000" cy="4657836"/>
          </a:xfrm>
          <a:prstGeom prst="rect">
            <a:avLst/>
          </a:prstGeom>
          <a:gradFill>
            <a:gsLst>
              <a:gs pos="0">
                <a:schemeClr val="accent2"/>
              </a:gs>
              <a:gs pos="52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2" name="Título 1">
            <a:extLst>
              <a:ext uri="{FF2B5EF4-FFF2-40B4-BE49-F238E27FC236}">
                <a16:creationId xmlns:a16="http://schemas.microsoft.com/office/drawing/2014/main" id="{8892EA34-13CC-54C1-DE3D-4F1D5D55C9A7}"/>
              </a:ext>
            </a:extLst>
          </p:cNvPr>
          <p:cNvSpPr>
            <a:spLocks noGrp="1"/>
          </p:cNvSpPr>
          <p:nvPr>
            <p:ph type="title"/>
          </p:nvPr>
        </p:nvSpPr>
        <p:spPr>
          <a:xfrm>
            <a:off x="274320" y="1079500"/>
            <a:ext cx="9867900" cy="5514953"/>
          </a:xfrm>
        </p:spPr>
        <p:txBody>
          <a:bodyPr rtlCol="0" anchor="b">
            <a:normAutofit/>
          </a:bodyPr>
          <a:lstStyle>
            <a:lvl1pPr>
              <a:defRPr sz="7200">
                <a:solidFill>
                  <a:schemeClr val="tx1"/>
                </a:solidFill>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BFF27D51-28B8-B2E3-D66E-632D6F01E601}"/>
              </a:ext>
            </a:extLst>
          </p:cNvPr>
          <p:cNvSpPr>
            <a:spLocks noGrp="1"/>
          </p:cNvSpPr>
          <p:nvPr>
            <p:ph type="dt" sz="half" idx="10"/>
          </p:nvPr>
        </p:nvSpPr>
        <p:spPr/>
        <p:txBody>
          <a:bodyPr rtlCol="0"/>
          <a:lstStyle/>
          <a:p>
            <a:pPr rtl="0"/>
            <a:r>
              <a:rPr lang="en-US"/>
              <a:t>24/11/2025</a:t>
            </a:r>
          </a:p>
        </p:txBody>
      </p:sp>
      <p:sp>
        <p:nvSpPr>
          <p:cNvPr id="4" name="Espaço Reservado para Rodapé 3">
            <a:extLst>
              <a:ext uri="{FF2B5EF4-FFF2-40B4-BE49-F238E27FC236}">
                <a16:creationId xmlns:a16="http://schemas.microsoft.com/office/drawing/2014/main" id="{411DCFE3-286D-146F-718D-4D8F709FB8DE}"/>
              </a:ext>
            </a:extLst>
          </p:cNvPr>
          <p:cNvSpPr>
            <a:spLocks noGrp="1"/>
          </p:cNvSpPr>
          <p:nvPr>
            <p:ph type="ftr" sz="quarter" idx="11"/>
          </p:nvPr>
        </p:nvSpPr>
        <p:spPr/>
        <p:txBody>
          <a:bodyPr rtlCol="0"/>
          <a:lstStyle/>
          <a:p>
            <a:pPr rtl="0"/>
            <a:r>
              <a:rPr lang="pt-br"/>
              <a:t>Exemplo de Texto de Rodapé</a:t>
            </a:r>
          </a:p>
        </p:txBody>
      </p:sp>
      <p:sp>
        <p:nvSpPr>
          <p:cNvPr id="8" name="Espaço Reservado para o Número do Slide 7">
            <a:extLst>
              <a:ext uri="{FF2B5EF4-FFF2-40B4-BE49-F238E27FC236}">
                <a16:creationId xmlns:a16="http://schemas.microsoft.com/office/drawing/2014/main" id="{C65F9152-3DAD-AB36-D2B3-9A4DBF0AA786}"/>
              </a:ext>
            </a:extLst>
          </p:cNvPr>
          <p:cNvSpPr>
            <a:spLocks noGrp="1"/>
          </p:cNvSpPr>
          <p:nvPr>
            <p:ph type="sldNum" sz="quarter" idx="12"/>
          </p:nvPr>
        </p:nvSpPr>
        <p:spPr/>
        <p:txBody>
          <a:bodyPr rtlCol="0"/>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352926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tângulo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5" name="Retângulo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tângulo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p>
        </p:txBody>
      </p:sp>
      <p:sp>
        <p:nvSpPr>
          <p:cNvPr id="8" name="Título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rtlCol="0"/>
          <a:lstStyle>
            <a:lvl1pPr>
              <a:defRPr sz="5000"/>
            </a:lvl1pPr>
          </a:lstStyle>
          <a:p>
            <a:pPr rtl="0"/>
            <a:r>
              <a:rPr lang="pt-br"/>
              <a:t>Clique para editar o estilo de título Mestre</a:t>
            </a:r>
          </a:p>
        </p:txBody>
      </p:sp>
      <p:sp>
        <p:nvSpPr>
          <p:cNvPr id="13" name="Espaço Reservado para Data 12">
            <a:extLst>
              <a:ext uri="{FF2B5EF4-FFF2-40B4-BE49-F238E27FC236}">
                <a16:creationId xmlns:a16="http://schemas.microsoft.com/office/drawing/2014/main" id="{E14FBD3E-3A09-5EF4-6941-FFF3E03D5396}"/>
              </a:ext>
            </a:extLst>
          </p:cNvPr>
          <p:cNvSpPr>
            <a:spLocks noGrp="1"/>
          </p:cNvSpPr>
          <p:nvPr>
            <p:ph type="dt" sz="half" idx="14"/>
          </p:nvPr>
        </p:nvSpPr>
        <p:spPr/>
        <p:txBody>
          <a:bodyPr rtlCol="0"/>
          <a:lstStyle/>
          <a:p>
            <a:pPr rtl="0"/>
            <a:r>
              <a:rPr lang="en-US"/>
              <a:t>24/11/2025</a:t>
            </a:r>
          </a:p>
        </p:txBody>
      </p:sp>
      <p:sp>
        <p:nvSpPr>
          <p:cNvPr id="14" name="Espaço Reservado para Rodapé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rtlCol="0"/>
          <a:lstStyle/>
          <a:p>
            <a:pPr rtl="0"/>
            <a:r>
              <a:rPr lang="pt-br"/>
              <a:t>Exemplo de Texto de Rodapé</a:t>
            </a:r>
          </a:p>
        </p:txBody>
      </p:sp>
      <p:sp>
        <p:nvSpPr>
          <p:cNvPr id="15" name="Espaço Reservado para o Número do Slide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cxnSp>
        <p:nvCxnSpPr>
          <p:cNvPr id="12" name="Conector Reto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69697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AB191826-CFE4-1D6E-85E2-32EE006A5C5D}"/>
              </a:ext>
            </a:extLst>
          </p:cNvPr>
          <p:cNvSpPr/>
          <p:nvPr/>
        </p:nvSpPr>
        <p:spPr>
          <a:xfrm flipH="1">
            <a:off x="0" y="0"/>
            <a:ext cx="12192000" cy="6857996"/>
          </a:xfrm>
          <a:prstGeom prst="rect">
            <a:avLst/>
          </a:prstGeom>
          <a:gradFill flip="none" rotWithShape="1">
            <a:gsLst>
              <a:gs pos="93000">
                <a:schemeClr val="tx2"/>
              </a:gs>
              <a:gs pos="75000">
                <a:schemeClr val="accent1">
                  <a:alpha val="94000"/>
                </a:schemeClr>
              </a:gs>
              <a:gs pos="39000">
                <a:schemeClr val="accent4">
                  <a:lumMod val="50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tângulo 11">
            <a:extLst>
              <a:ext uri="{FF2B5EF4-FFF2-40B4-BE49-F238E27FC236}">
                <a16:creationId xmlns:a16="http://schemas.microsoft.com/office/drawing/2014/main" id="{51DDCB74-BBA4-B75C-2781-A574716A3DE4}"/>
              </a:ext>
            </a:extLst>
          </p:cNvPr>
          <p:cNvSpPr/>
          <p:nvPr/>
        </p:nvSpPr>
        <p:spPr>
          <a:xfrm>
            <a:off x="0" y="-5"/>
            <a:ext cx="7958884" cy="5425439"/>
          </a:xfrm>
          <a:prstGeom prst="rect">
            <a:avLst/>
          </a:prstGeom>
          <a:gradFill flip="none" rotWithShape="1">
            <a:gsLst>
              <a:gs pos="6000">
                <a:schemeClr val="accent4">
                  <a:lumMod val="50000"/>
                </a:schemeClr>
              </a:gs>
              <a:gs pos="51000">
                <a:schemeClr val="accent6">
                  <a:lumMod val="75000"/>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tângulo 9">
            <a:extLst>
              <a:ext uri="{FF2B5EF4-FFF2-40B4-BE49-F238E27FC236}">
                <a16:creationId xmlns:a16="http://schemas.microsoft.com/office/drawing/2014/main" id="{AE4A60CA-D100-CFE6-62AC-013A201FBB9F}"/>
              </a:ext>
            </a:extLst>
          </p:cNvPr>
          <p:cNvSpPr/>
          <p:nvPr/>
        </p:nvSpPr>
        <p:spPr>
          <a:xfrm rot="5400000">
            <a:off x="1660810" y="-1660814"/>
            <a:ext cx="6858000" cy="10179620"/>
          </a:xfrm>
          <a:prstGeom prst="rect">
            <a:avLst/>
          </a:prstGeom>
          <a:gradFill flip="none" rotWithShape="1">
            <a:gsLst>
              <a:gs pos="6000">
                <a:schemeClr val="accent3">
                  <a:lumMod val="60000"/>
                  <a:lumOff val="40000"/>
                  <a:alpha val="50000"/>
                </a:schemeClr>
              </a:gs>
              <a:gs pos="72989">
                <a:schemeClr val="bg2">
                  <a:alpha val="0"/>
                </a:schemeClr>
              </a:gs>
              <a:gs pos="37000">
                <a:schemeClr val="accent2">
                  <a:lumMod val="75000"/>
                  <a:alpha val="8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5" name="Título 4">
            <a:extLst>
              <a:ext uri="{FF2B5EF4-FFF2-40B4-BE49-F238E27FC236}">
                <a16:creationId xmlns:a16="http://schemas.microsoft.com/office/drawing/2014/main" id="{22C61630-0AC6-F4D9-545E-38A32C69F3CA}"/>
              </a:ext>
            </a:extLst>
          </p:cNvPr>
          <p:cNvSpPr>
            <a:spLocks noGrp="1"/>
          </p:cNvSpPr>
          <p:nvPr>
            <p:ph type="title"/>
          </p:nvPr>
        </p:nvSpPr>
        <p:spPr>
          <a:xfrm>
            <a:off x="274320" y="1148579"/>
            <a:ext cx="4724400" cy="2811649"/>
          </a:xfrm>
        </p:spPr>
        <p:txBody>
          <a:bodyPr rtlCol="0" anchor="t"/>
          <a:lstStyle>
            <a:lvl1pPr>
              <a:defRPr sz="5000"/>
            </a:lvl1pPr>
          </a:lstStyle>
          <a:p>
            <a:pPr rtl="0"/>
            <a:r>
              <a:rPr lang="pt-br"/>
              <a:t>Clique para editar o estilo de título Mestre</a:t>
            </a:r>
          </a:p>
        </p:txBody>
      </p:sp>
      <p:sp>
        <p:nvSpPr>
          <p:cNvPr id="6" name="Espaço Reservado para Data 5">
            <a:extLst>
              <a:ext uri="{FF2B5EF4-FFF2-40B4-BE49-F238E27FC236}">
                <a16:creationId xmlns:a16="http://schemas.microsoft.com/office/drawing/2014/main" id="{C3B19A28-AC79-CF20-C703-D6B27C01698A}"/>
              </a:ext>
            </a:extLst>
          </p:cNvPr>
          <p:cNvSpPr>
            <a:spLocks noGrp="1"/>
          </p:cNvSpPr>
          <p:nvPr>
            <p:ph type="dt" sz="half" idx="14"/>
          </p:nvPr>
        </p:nvSpPr>
        <p:spPr>
          <a:xfrm>
            <a:off x="412375" y="210114"/>
            <a:ext cx="1884796" cy="365760"/>
          </a:xfrm>
        </p:spPr>
        <p:txBody>
          <a:bodyPr rtlCol="0"/>
          <a:lstStyle/>
          <a:p>
            <a:pPr rtl="0"/>
            <a:r>
              <a:rPr lang="en-US"/>
              <a:t>24/11/2025</a:t>
            </a:r>
          </a:p>
        </p:txBody>
      </p:sp>
      <p:sp>
        <p:nvSpPr>
          <p:cNvPr id="8" name="Espaço Reservado para Rodapé 7">
            <a:extLst>
              <a:ext uri="{FF2B5EF4-FFF2-40B4-BE49-F238E27FC236}">
                <a16:creationId xmlns:a16="http://schemas.microsoft.com/office/drawing/2014/main" id="{19E554EC-D104-642A-5E42-E4CFB243523F}"/>
              </a:ext>
            </a:extLst>
          </p:cNvPr>
          <p:cNvSpPr>
            <a:spLocks noGrp="1"/>
          </p:cNvSpPr>
          <p:nvPr>
            <p:ph type="ftr" sz="quarter" idx="15"/>
          </p:nvPr>
        </p:nvSpPr>
        <p:spPr>
          <a:xfrm>
            <a:off x="6481323" y="210114"/>
            <a:ext cx="2509284" cy="365760"/>
          </a:xfrm>
        </p:spPr>
        <p:txBody>
          <a:bodyPr rtlCol="0"/>
          <a:lstStyle>
            <a:lvl1pPr>
              <a:defRPr>
                <a:solidFill>
                  <a:schemeClr val="tx1"/>
                </a:solidFill>
              </a:defRPr>
            </a:lvl1pPr>
          </a:lstStyle>
          <a:p>
            <a:pPr rtl="0"/>
            <a:r>
              <a:rPr lang="pt-br"/>
              <a:t>Exemplo de Texto de Rodapé</a:t>
            </a:r>
          </a:p>
        </p:txBody>
      </p:sp>
      <p:sp>
        <p:nvSpPr>
          <p:cNvPr id="9" name="Espaço Reservado para o Número do Slide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6481322" y="1148580"/>
            <a:ext cx="4986777" cy="4606762"/>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21658924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com Imagem">
    <p:spTree>
      <p:nvGrpSpPr>
        <p:cNvPr id="1" name=""/>
        <p:cNvGrpSpPr/>
        <p:nvPr/>
      </p:nvGrpSpPr>
      <p:grpSpPr>
        <a:xfrm>
          <a:off x="0" y="0"/>
          <a:ext cx="0" cy="0"/>
          <a:chOff x="0" y="0"/>
          <a:chExt cx="0" cy="0"/>
        </a:xfrm>
      </p:grpSpPr>
      <p:sp>
        <p:nvSpPr>
          <p:cNvPr id="14" name="Retângulo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tângulo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3" name="Retângulo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Título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rtlCol="0"/>
          <a:lstStyle>
            <a:lvl1pPr>
              <a:defRPr sz="5000"/>
            </a:lvl1pPr>
          </a:lstStyle>
          <a:p>
            <a:pPr rtl="0"/>
            <a:r>
              <a:rPr lang="pt-br"/>
              <a:t>Clique para editar o estilo de título Mestre</a:t>
            </a:r>
          </a:p>
        </p:txBody>
      </p:sp>
      <p:sp>
        <p:nvSpPr>
          <p:cNvPr id="6" name="Espaço Reservado para Data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rtlCol="0"/>
          <a:lstStyle>
            <a:lvl1pPr>
              <a:defRPr>
                <a:solidFill>
                  <a:schemeClr val="tx1"/>
                </a:solidFill>
              </a:defRPr>
            </a:lvl1pPr>
          </a:lstStyle>
          <a:p>
            <a:pPr rtl="0"/>
            <a:r>
              <a:rPr lang="en-US"/>
              <a:t>24/11/2025</a:t>
            </a:r>
          </a:p>
        </p:txBody>
      </p:sp>
      <p:sp>
        <p:nvSpPr>
          <p:cNvPr id="8" name="Espaço Reservado para Rodapé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rtlCol="0"/>
          <a:lstStyle>
            <a:lvl1pPr>
              <a:defRPr>
                <a:solidFill>
                  <a:schemeClr val="tx1"/>
                </a:solidFill>
              </a:defRPr>
            </a:lvl1pPr>
          </a:lstStyle>
          <a:p>
            <a:pPr rtl="0"/>
            <a:r>
              <a:rPr lang="pt-br"/>
              <a:t>Exemplo de Texto de Rodapé</a:t>
            </a:r>
          </a:p>
        </p:txBody>
      </p:sp>
      <p:sp>
        <p:nvSpPr>
          <p:cNvPr id="9" name="Espaço Reservado para o Número do Slide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5" name="Espaço Reservado para Imagem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rtlCol="0"/>
          <a:lstStyle>
            <a:lvl1pPr>
              <a:defRPr/>
            </a:lvl1pPr>
          </a:lstStyle>
          <a:p>
            <a:pPr rtl="0"/>
            <a:r>
              <a:rPr lang="pt-br"/>
              <a:t>   </a:t>
            </a:r>
          </a:p>
        </p:txBody>
      </p:sp>
    </p:spTree>
    <p:extLst>
      <p:ext uri="{BB962C8B-B14F-4D97-AF65-F5344CB8AC3E}">
        <p14:creationId xmlns:p14="http://schemas.microsoft.com/office/powerpoint/2010/main" val="2755775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údo 2">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F5EF5A46-889B-82F0-E6A3-B308E2DCC951}"/>
              </a:ext>
            </a:extLst>
          </p:cNvPr>
          <p:cNvSpPr/>
          <p:nvPr/>
        </p:nvSpPr>
        <p:spPr>
          <a:xfrm rot="5400000" flipH="1" flipV="1">
            <a:off x="5012872" y="-5012874"/>
            <a:ext cx="2166257" cy="12192001"/>
          </a:xfrm>
          <a:prstGeom prst="rect">
            <a:avLst/>
          </a:prstGeom>
          <a:gradFill flip="none" rotWithShape="1">
            <a:gsLst>
              <a:gs pos="0">
                <a:schemeClr val="accent3">
                  <a:lumMod val="60000"/>
                  <a:lumOff val="40000"/>
                </a:schemeClr>
              </a:gs>
              <a:gs pos="61000">
                <a:schemeClr val="bg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5" name="Retângulo 4">
            <a:extLst>
              <a:ext uri="{FF2B5EF4-FFF2-40B4-BE49-F238E27FC236}">
                <a16:creationId xmlns:a16="http://schemas.microsoft.com/office/drawing/2014/main" id="{70E27D4F-6E85-4618-7F98-5F4B945ACFE4}"/>
              </a:ext>
            </a:extLst>
          </p:cNvPr>
          <p:cNvSpPr/>
          <p:nvPr/>
        </p:nvSpPr>
        <p:spPr>
          <a:xfrm rot="10800000" flipH="1" flipV="1">
            <a:off x="4836601" y="0"/>
            <a:ext cx="7355399" cy="6858000"/>
          </a:xfrm>
          <a:prstGeom prst="rect">
            <a:avLst/>
          </a:prstGeom>
          <a:gradFill flip="none" rotWithShape="1">
            <a:gsLst>
              <a:gs pos="44000">
                <a:schemeClr val="accent2">
                  <a:alpha val="28000"/>
                </a:schemeClr>
              </a:gs>
              <a:gs pos="0">
                <a:schemeClr val="accent1"/>
              </a:gs>
              <a:gs pos="75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6" name="Retângulo 5">
            <a:extLst>
              <a:ext uri="{FF2B5EF4-FFF2-40B4-BE49-F238E27FC236}">
                <a16:creationId xmlns:a16="http://schemas.microsoft.com/office/drawing/2014/main" id="{70C6460E-7477-249C-CA29-89DD19B3F5CB}"/>
              </a:ext>
            </a:extLst>
          </p:cNvPr>
          <p:cNvSpPr/>
          <p:nvPr/>
        </p:nvSpPr>
        <p:spPr>
          <a:xfrm rot="10800000" flipH="1" flipV="1">
            <a:off x="6749143" y="1763485"/>
            <a:ext cx="5442857" cy="5094514"/>
          </a:xfrm>
          <a:prstGeom prst="rect">
            <a:avLst/>
          </a:prstGeom>
          <a:gradFill flip="none" rotWithShape="1">
            <a:gsLst>
              <a:gs pos="0">
                <a:schemeClr val="accent5">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990595"/>
            <a:ext cx="5811178" cy="3043682"/>
          </a:xfrm>
        </p:spPr>
        <p:txBody>
          <a:bodyPr rtlCol="0" anchor="b">
            <a:normAutofit/>
          </a:bodyPr>
          <a:lstStyle>
            <a:lvl1pPr>
              <a:defRPr sz="4400">
                <a:solidFill>
                  <a:schemeClr val="tx1"/>
                </a:solidFill>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Espaço Reservado para Rodapé 6">
            <a:extLst>
              <a:ext uri="{FF2B5EF4-FFF2-40B4-BE49-F238E27FC236}">
                <a16:creationId xmlns:a16="http://schemas.microsoft.com/office/drawing/2014/main" id="{CA8E192A-D6F1-1585-7133-0041C85402EF}"/>
              </a:ext>
            </a:extLst>
          </p:cNvPr>
          <p:cNvSpPr>
            <a:spLocks noGrp="1"/>
          </p:cNvSpPr>
          <p:nvPr>
            <p:ph type="ftr" sz="quarter" idx="15"/>
          </p:nvPr>
        </p:nvSpPr>
        <p:spPr/>
        <p:txBody>
          <a:bodyPr rtlCol="0"/>
          <a:lstStyle/>
          <a:p>
            <a:pPr rtl="0"/>
            <a:r>
              <a:rPr lang="pt-br"/>
              <a:t>Texto de Exemplo do Rodapé</a:t>
            </a:r>
          </a:p>
        </p:txBody>
      </p:sp>
      <p:sp>
        <p:nvSpPr>
          <p:cNvPr id="9" name="Espaço Reservado para o Número do Slide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301752" y="4167941"/>
            <a:ext cx="5811177" cy="181722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4343603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údo 3">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B637BF44-E096-ADC8-0C23-BA7E19E66787}"/>
              </a:ext>
            </a:extLst>
          </p:cNvPr>
          <p:cNvSpPr/>
          <p:nvPr/>
        </p:nvSpPr>
        <p:spPr>
          <a:xfrm rot="10800000" flipV="1">
            <a:off x="3342" y="0"/>
            <a:ext cx="5334001" cy="6858000"/>
          </a:xfrm>
          <a:prstGeom prst="rect">
            <a:avLst/>
          </a:prstGeom>
          <a:gradFill flip="none" rotWithShape="1">
            <a:gsLst>
              <a:gs pos="52000">
                <a:schemeClr val="accent2">
                  <a:alpha val="28000"/>
                </a:schemeClr>
              </a:gs>
              <a:gs pos="0">
                <a:schemeClr val="accent1"/>
              </a:gs>
              <a:gs pos="78000">
                <a:schemeClr val="bg2">
                  <a:alpha val="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5" name="Retângulo 4">
            <a:extLst>
              <a:ext uri="{FF2B5EF4-FFF2-40B4-BE49-F238E27FC236}">
                <a16:creationId xmlns:a16="http://schemas.microsoft.com/office/drawing/2014/main" id="{E503D519-17B6-1CCD-DA98-45A0B88A04E8}"/>
              </a:ext>
            </a:extLst>
          </p:cNvPr>
          <p:cNvSpPr/>
          <p:nvPr/>
        </p:nvSpPr>
        <p:spPr>
          <a:xfrm rot="10800000" flipV="1">
            <a:off x="-2" y="1448661"/>
            <a:ext cx="7828909" cy="5409338"/>
          </a:xfrm>
          <a:prstGeom prst="rect">
            <a:avLst/>
          </a:prstGeom>
          <a:gradFill flip="none" rotWithShape="1">
            <a:gsLst>
              <a:gs pos="0">
                <a:schemeClr val="accent3">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866900" y="1738353"/>
            <a:ext cx="2907231" cy="2501900"/>
          </a:xfrm>
        </p:spPr>
        <p:txBody>
          <a:bodyPr rtlCol="0" anchor="t">
            <a:normAutofit/>
          </a:bodyPr>
          <a:lstStyle>
            <a:lvl1pPr>
              <a:defRPr sz="2800">
                <a:solidFill>
                  <a:schemeClr val="tx1"/>
                </a:solidFill>
              </a:defRPr>
            </a:lvl1pPr>
          </a:lstStyle>
          <a:p>
            <a:pPr rtl="0"/>
            <a:r>
              <a:rPr lang="pt-br"/>
              <a:t>Clique para editar o estilo de título Mestre</a:t>
            </a:r>
          </a:p>
        </p:txBody>
      </p:sp>
      <p:sp>
        <p:nvSpPr>
          <p:cNvPr id="13" name="Espaço Reservado para Data 12">
            <a:extLst>
              <a:ext uri="{FF2B5EF4-FFF2-40B4-BE49-F238E27FC236}">
                <a16:creationId xmlns:a16="http://schemas.microsoft.com/office/drawing/2014/main" id="{36A82C16-EB1A-4294-103B-715F071E5A35}"/>
              </a:ext>
            </a:extLst>
          </p:cNvPr>
          <p:cNvSpPr>
            <a:spLocks noGrp="1"/>
          </p:cNvSpPr>
          <p:nvPr>
            <p:ph type="dt" sz="half" idx="14"/>
          </p:nvPr>
        </p:nvSpPr>
        <p:spPr/>
        <p:txBody>
          <a:bodyPr rtlCol="0"/>
          <a:lstStyle/>
          <a:p>
            <a:pPr rtl="0"/>
            <a:r>
              <a:rPr lang="en-US"/>
              <a:t>24/11/2025</a:t>
            </a:r>
          </a:p>
        </p:txBody>
      </p:sp>
      <p:sp>
        <p:nvSpPr>
          <p:cNvPr id="14" name="Espaço Reservado para Rodapé 13">
            <a:extLst>
              <a:ext uri="{FF2B5EF4-FFF2-40B4-BE49-F238E27FC236}">
                <a16:creationId xmlns:a16="http://schemas.microsoft.com/office/drawing/2014/main" id="{F09CF825-511F-35F8-E0EC-636033ED43EE}"/>
              </a:ext>
            </a:extLst>
          </p:cNvPr>
          <p:cNvSpPr>
            <a:spLocks noGrp="1"/>
          </p:cNvSpPr>
          <p:nvPr>
            <p:ph type="ftr" sz="quarter" idx="15"/>
          </p:nvPr>
        </p:nvSpPr>
        <p:spPr/>
        <p:txBody>
          <a:bodyPr rtlCol="0"/>
          <a:lstStyle/>
          <a:p>
            <a:pPr rtl="0"/>
            <a:r>
              <a:rPr lang="pt-br"/>
              <a:t>Amostra de Texto de Rodapé</a:t>
            </a:r>
          </a:p>
        </p:txBody>
      </p:sp>
      <p:sp>
        <p:nvSpPr>
          <p:cNvPr id="15" name="Espaço Reservado para o Número do Slide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7D633F00-464B-3088-812A-40496FD1021A}"/>
              </a:ext>
            </a:extLst>
          </p:cNvPr>
          <p:cNvSpPr>
            <a:spLocks noGrp="1"/>
          </p:cNvSpPr>
          <p:nvPr>
            <p:ph sz="quarter" idx="13"/>
          </p:nvPr>
        </p:nvSpPr>
        <p:spPr>
          <a:xfrm>
            <a:off x="5334000" y="1738352"/>
            <a:ext cx="4797769" cy="3787377"/>
          </a:xfrm>
        </p:spPr>
        <p:txBody>
          <a:bodyPr vert="horz" lIns="91440" tIns="45720" rIns="73152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497168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údo 4">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tângulo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9" name="Retângulo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tângulo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p>
        </p:txBody>
      </p:sp>
      <p:cxnSp>
        <p:nvCxnSpPr>
          <p:cNvPr id="11" name="Conector Reto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tângulo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rtlCol="0" anchor="b">
            <a:normAutofit/>
          </a:bodyPr>
          <a:lstStyle>
            <a:lvl1pPr>
              <a:defRPr sz="4800" b="0">
                <a:solidFill>
                  <a:schemeClr val="tx1"/>
                </a:solidFill>
              </a:defRPr>
            </a:lvl1pPr>
          </a:lstStyle>
          <a:p>
            <a:pPr rtl="0"/>
            <a:r>
              <a:rPr lang="pt-br"/>
              <a:t>Clique para editar o estilo de título Mestre</a:t>
            </a:r>
          </a:p>
        </p:txBody>
      </p:sp>
      <p:sp>
        <p:nvSpPr>
          <p:cNvPr id="4" name="Espaço Reservado para Data 3">
            <a:extLst>
              <a:ext uri="{FF2B5EF4-FFF2-40B4-BE49-F238E27FC236}">
                <a16:creationId xmlns:a16="http://schemas.microsoft.com/office/drawing/2014/main" id="{2BF3AD86-30C4-61DF-3300-53A4A4BB6D4D}"/>
              </a:ext>
            </a:extLst>
          </p:cNvPr>
          <p:cNvSpPr>
            <a:spLocks noGrp="1"/>
          </p:cNvSpPr>
          <p:nvPr>
            <p:ph type="dt" sz="half" idx="14"/>
          </p:nvPr>
        </p:nvSpPr>
        <p:spPr/>
        <p:txBody>
          <a:bodyPr rtlCol="0"/>
          <a:lstStyle/>
          <a:p>
            <a:pPr rtl="0"/>
            <a:r>
              <a:rPr lang="en-US"/>
              <a:t>24/11/2025</a:t>
            </a:r>
          </a:p>
        </p:txBody>
      </p:sp>
      <p:sp>
        <p:nvSpPr>
          <p:cNvPr id="5" name="Espaço Reservado para Rodapé 4">
            <a:extLst>
              <a:ext uri="{FF2B5EF4-FFF2-40B4-BE49-F238E27FC236}">
                <a16:creationId xmlns:a16="http://schemas.microsoft.com/office/drawing/2014/main" id="{B40ED380-F3FA-F88A-4719-014588A2E13B}"/>
              </a:ext>
            </a:extLst>
          </p:cNvPr>
          <p:cNvSpPr>
            <a:spLocks noGrp="1"/>
          </p:cNvSpPr>
          <p:nvPr>
            <p:ph type="ftr" sz="quarter" idx="15"/>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3423118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údo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925286"/>
            <a:ext cx="6177587" cy="1635723"/>
          </a:xfrm>
        </p:spPr>
        <p:txBody>
          <a:bodyPr rtlCol="0" anchor="b">
            <a:normAutofit/>
          </a:bodyPr>
          <a:lstStyle>
            <a:lvl1pPr>
              <a:defRPr sz="4400">
                <a:solidFill>
                  <a:schemeClr val="tx1"/>
                </a:solidFill>
              </a:defRPr>
            </a:lvl1pPr>
          </a:lstStyle>
          <a:p>
            <a:pPr rtl="0"/>
            <a:r>
              <a:rPr lang="pt-br"/>
              <a:t>Clique para editar o estilo de título Mestre</a:t>
            </a:r>
          </a:p>
        </p:txBody>
      </p:sp>
      <p:sp>
        <p:nvSpPr>
          <p:cNvPr id="4" name="Espaço Reservado para Data 3">
            <a:extLst>
              <a:ext uri="{FF2B5EF4-FFF2-40B4-BE49-F238E27FC236}">
                <a16:creationId xmlns:a16="http://schemas.microsoft.com/office/drawing/2014/main" id="{73F7B4F8-3C61-0936-7251-8633EE5F2C1B}"/>
              </a:ext>
            </a:extLst>
          </p:cNvPr>
          <p:cNvSpPr>
            <a:spLocks noGrp="1"/>
          </p:cNvSpPr>
          <p:nvPr>
            <p:ph type="dt" sz="half" idx="14"/>
          </p:nvPr>
        </p:nvSpPr>
        <p:spPr/>
        <p:txBody>
          <a:bodyPr rtlCol="0"/>
          <a:lstStyle/>
          <a:p>
            <a:pPr rtl="0"/>
            <a:r>
              <a:rPr lang="en-US"/>
              <a:t>24/11/2025</a:t>
            </a:r>
          </a:p>
        </p:txBody>
      </p:sp>
      <p:sp>
        <p:nvSpPr>
          <p:cNvPr id="5" name="Espaço Reservado para Rodapé 4">
            <a:extLst>
              <a:ext uri="{FF2B5EF4-FFF2-40B4-BE49-F238E27FC236}">
                <a16:creationId xmlns:a16="http://schemas.microsoft.com/office/drawing/2014/main" id="{26DA624A-E1F8-4C9A-205B-0A6EA83A187B}"/>
              </a:ext>
            </a:extLst>
          </p:cNvPr>
          <p:cNvSpPr>
            <a:spLocks noGrp="1"/>
          </p:cNvSpPr>
          <p:nvPr>
            <p:ph type="ftr" sz="quarter" idx="15"/>
          </p:nvPr>
        </p:nvSpPr>
        <p:spPr/>
        <p:txBody>
          <a:bodyPr rtlCol="0"/>
          <a:lstStyle/>
          <a:p>
            <a:pPr rtl="0"/>
            <a:r>
              <a:rPr lang="pt-br"/>
              <a:t>Exemplo de Texto de Rodapé</a:t>
            </a:r>
          </a:p>
        </p:txBody>
      </p:sp>
      <p:sp>
        <p:nvSpPr>
          <p:cNvPr id="11" name="Espaço Reservado para o Número do Slide 10">
            <a:extLst>
              <a:ext uri="{FF2B5EF4-FFF2-40B4-BE49-F238E27FC236}">
                <a16:creationId xmlns:a16="http://schemas.microsoft.com/office/drawing/2014/main" id="{11848B1D-AC89-3F75-720C-6A1E8C8E7AAF}"/>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301751" y="3017520"/>
            <a:ext cx="7680960" cy="34747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6" name="Retângulo 5">
            <a:extLst>
              <a:ext uri="{FF2B5EF4-FFF2-40B4-BE49-F238E27FC236}">
                <a16:creationId xmlns:a16="http://schemas.microsoft.com/office/drawing/2014/main" id="{8F51E206-ED3F-B360-C610-1197186BA59A}"/>
              </a:ext>
            </a:extLst>
          </p:cNvPr>
          <p:cNvSpPr/>
          <p:nvPr/>
        </p:nvSpPr>
        <p:spPr>
          <a:xfrm rot="16200000" flipV="1">
            <a:off x="7683337" y="2349337"/>
            <a:ext cx="6858000" cy="2159326"/>
          </a:xfrm>
          <a:prstGeom prst="rect">
            <a:avLst/>
          </a:prstGeom>
          <a:gradFill>
            <a:gsLst>
              <a:gs pos="0">
                <a:schemeClr val="accent3"/>
              </a:gs>
              <a:gs pos="48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10" name="Retângulo 9">
            <a:extLst>
              <a:ext uri="{FF2B5EF4-FFF2-40B4-BE49-F238E27FC236}">
                <a16:creationId xmlns:a16="http://schemas.microsoft.com/office/drawing/2014/main" id="{4D874C02-925E-C0AE-1F22-882A90A64E54}"/>
              </a:ext>
            </a:extLst>
          </p:cNvPr>
          <p:cNvSpPr/>
          <p:nvPr/>
        </p:nvSpPr>
        <p:spPr>
          <a:xfrm rot="10800000" flipH="1" flipV="1">
            <a:off x="7849486" y="0"/>
            <a:ext cx="4342514" cy="6858000"/>
          </a:xfrm>
          <a:prstGeom prst="rect">
            <a:avLst/>
          </a:prstGeom>
          <a:gradFill flip="none" rotWithShape="1">
            <a:gsLst>
              <a:gs pos="29000">
                <a:schemeClr val="accent2">
                  <a:alpha val="28000"/>
                </a:schemeClr>
              </a:gs>
              <a:gs pos="5000">
                <a:schemeClr val="accent1">
                  <a:alpha val="63000"/>
                </a:schemeClr>
              </a:gs>
              <a:gs pos="66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Tree>
    <p:extLst>
      <p:ext uri="{BB962C8B-B14F-4D97-AF65-F5344CB8AC3E}">
        <p14:creationId xmlns:p14="http://schemas.microsoft.com/office/powerpoint/2010/main" val="9950356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údo 6">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Retângulo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rtl="0"/>
            <a:r>
              <a:rPr lang="pt-br"/>
              <a:t>Clique para editar o estilo de título Mestre</a:t>
            </a:r>
          </a:p>
        </p:txBody>
      </p:sp>
      <p:sp>
        <p:nvSpPr>
          <p:cNvPr id="3" name="Espaço Reservado para Data 2">
            <a:extLst>
              <a:ext uri="{FF2B5EF4-FFF2-40B4-BE49-F238E27FC236}">
                <a16:creationId xmlns:a16="http://schemas.microsoft.com/office/drawing/2014/main" id="{11C4CAAF-9048-5116-D3C8-15E595C3BC25}"/>
              </a:ext>
            </a:extLst>
          </p:cNvPr>
          <p:cNvSpPr>
            <a:spLocks noGrp="1"/>
          </p:cNvSpPr>
          <p:nvPr>
            <p:ph type="dt" sz="half" idx="14"/>
          </p:nvPr>
        </p:nvSpPr>
        <p:spPr/>
        <p:txBody>
          <a:bodyPr rtlCol="0"/>
          <a:lstStyle/>
          <a:p>
            <a:pPr rtl="0"/>
            <a:r>
              <a:rPr lang="en-US"/>
              <a:t>24/11/2025</a:t>
            </a:r>
          </a:p>
        </p:txBody>
      </p:sp>
      <p:sp>
        <p:nvSpPr>
          <p:cNvPr id="7" name="Espaço Reservado para Rodapé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rtlCol="0"/>
          <a:lstStyle/>
          <a:p>
            <a:pPr rtl="0"/>
            <a:r>
              <a:rPr lang="pt-br"/>
              <a:t>Exemplo de Texto de Rodapé</a:t>
            </a:r>
          </a:p>
        </p:txBody>
      </p:sp>
      <p:sp>
        <p:nvSpPr>
          <p:cNvPr id="9" name="Espaço Reservado para o Número do Slide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1500725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údo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rtlCol="0" anchor="t">
            <a:normAutofit/>
          </a:bodyPr>
          <a:lstStyle>
            <a:lvl1pPr>
              <a:defRPr sz="2800">
                <a:solidFill>
                  <a:schemeClr val="tx1"/>
                </a:solidFill>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Espaço Reservado para Rodapé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rtlCol="0"/>
          <a:lstStyle/>
          <a:p>
            <a:pPr rtl="0"/>
            <a:r>
              <a:rPr lang="pt-br"/>
              <a:t>Exemplo de Texto de Rodapé</a:t>
            </a:r>
          </a:p>
        </p:txBody>
      </p:sp>
      <p:sp>
        <p:nvSpPr>
          <p:cNvPr id="9" name="Espaço Reservado para o Número do Slide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6306086" cy="5335754"/>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9315817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údo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722376"/>
            <a:ext cx="9875520" cy="731520"/>
          </a:xfrm>
        </p:spPr>
        <p:txBody>
          <a:bodyPr rtlCol="0" anchor="b">
            <a:normAutofit/>
          </a:bodyPr>
          <a:lstStyle>
            <a:lvl1pPr>
              <a:defRPr sz="2800">
                <a:solidFill>
                  <a:schemeClr val="tx1"/>
                </a:solidFill>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Espaço Reservado para Rodapé 6">
            <a:extLst>
              <a:ext uri="{FF2B5EF4-FFF2-40B4-BE49-F238E27FC236}">
                <a16:creationId xmlns:a16="http://schemas.microsoft.com/office/drawing/2014/main" id="{CA8E192A-D6F1-1585-7133-0041C85402EF}"/>
              </a:ext>
            </a:extLst>
          </p:cNvPr>
          <p:cNvSpPr>
            <a:spLocks noGrp="1"/>
          </p:cNvSpPr>
          <p:nvPr>
            <p:ph type="ftr" sz="quarter" idx="15"/>
          </p:nvPr>
        </p:nvSpPr>
        <p:spPr/>
        <p:txBody>
          <a:bodyPr rtlCol="0"/>
          <a:lstStyle/>
          <a:p>
            <a:pPr rtl="0"/>
            <a:r>
              <a:rPr lang="pt-br"/>
              <a:t>Texto de Exemplo do Rodapé</a:t>
            </a:r>
          </a:p>
        </p:txBody>
      </p:sp>
      <p:sp>
        <p:nvSpPr>
          <p:cNvPr id="9" name="Espaço Reservado para o Número do Slide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0" name="Retângulo 9">
            <a:extLst>
              <a:ext uri="{FF2B5EF4-FFF2-40B4-BE49-F238E27FC236}">
                <a16:creationId xmlns:a16="http://schemas.microsoft.com/office/drawing/2014/main" id="{67BDEC48-6AF0-A15B-1E5D-9476B32733A4}"/>
              </a:ext>
            </a:extLst>
          </p:cNvPr>
          <p:cNvSpPr/>
          <p:nvPr/>
        </p:nvSpPr>
        <p:spPr>
          <a:xfrm rot="10800000" flipH="1">
            <a:off x="0" y="1700784"/>
            <a:ext cx="12192000" cy="2406798"/>
          </a:xfrm>
          <a:prstGeom prst="rect">
            <a:avLst/>
          </a:prstGeom>
          <a:gradFill>
            <a:gsLst>
              <a:gs pos="79000">
                <a:schemeClr val="bg2">
                  <a:alpha val="0"/>
                </a:schemeClr>
              </a:gs>
              <a:gs pos="100000">
                <a:schemeClr val="accent6">
                  <a:alpha val="66000"/>
                </a:schemeClr>
              </a:gs>
            </a:gsLst>
            <a:lin ang="5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Retângulo 10">
            <a:extLst>
              <a:ext uri="{FF2B5EF4-FFF2-40B4-BE49-F238E27FC236}">
                <a16:creationId xmlns:a16="http://schemas.microsoft.com/office/drawing/2014/main" id="{46CCDA7C-EB2B-A59A-8F97-263F3FE42D52}"/>
              </a:ext>
            </a:extLst>
          </p:cNvPr>
          <p:cNvSpPr/>
          <p:nvPr/>
        </p:nvSpPr>
        <p:spPr>
          <a:xfrm rot="10800000">
            <a:off x="1159597" y="1700784"/>
            <a:ext cx="11032403" cy="1260888"/>
          </a:xfrm>
          <a:prstGeom prst="rect">
            <a:avLst/>
          </a:prstGeom>
          <a:gradFill flip="none" rotWithShape="1">
            <a:gsLst>
              <a:gs pos="21830">
                <a:schemeClr val="accent1">
                  <a:lumMod val="75000"/>
                  <a:alpha val="35000"/>
                </a:schemeClr>
              </a:gs>
              <a:gs pos="0">
                <a:schemeClr val="accent3">
                  <a:lumMod val="60000"/>
                  <a:lumOff val="40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301751" y="2011679"/>
            <a:ext cx="1161288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4875192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údo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rtlCol="0" anchor="t">
            <a:normAutofit/>
          </a:bodyPr>
          <a:lstStyle>
            <a:lvl1pPr>
              <a:defRPr sz="2800">
                <a:solidFill>
                  <a:schemeClr val="tx1"/>
                </a:solidFill>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Espaço Reservado para Rodapé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rtlCol="0"/>
          <a:lstStyle/>
          <a:p>
            <a:pPr rtl="0"/>
            <a:r>
              <a:rPr lang="pt-br"/>
              <a:t>Exemplo de Texto de Rodapé</a:t>
            </a:r>
          </a:p>
        </p:txBody>
      </p:sp>
      <p:sp>
        <p:nvSpPr>
          <p:cNvPr id="9" name="Espaço Reservado para o Número do Slide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7420178" cy="5375082"/>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5779134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údo com Imagem">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rtlCol="0" anchor="b"/>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rtlCol="0"/>
          <a:lstStyle/>
          <a:p>
            <a:pPr rtl="0"/>
            <a:r>
              <a:rPr lang="en-US"/>
              <a:t>24/11/2025</a:t>
            </a:r>
          </a:p>
        </p:txBody>
      </p:sp>
      <p:sp>
        <p:nvSpPr>
          <p:cNvPr id="4" name="Espaço Reservado para Rodapé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rtlCol="0"/>
          <a:lstStyle/>
          <a:p>
            <a:pPr rtl="0"/>
            <a:r>
              <a:rPr lang="pt-br"/>
              <a:t>Texto de Exemplo do Rodapé</a:t>
            </a:r>
          </a:p>
        </p:txBody>
      </p:sp>
      <p:sp>
        <p:nvSpPr>
          <p:cNvPr id="9" name="Espaço Reservado para o Número do Slide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Imagem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rtlCol="0"/>
          <a:lstStyle>
            <a:lvl1pPr>
              <a:defRPr/>
            </a:lvl1pPr>
          </a:lstStyle>
          <a:p>
            <a:pPr rtl="0"/>
            <a:r>
              <a:rPr lang="pt-br"/>
              <a:t>   </a:t>
            </a:r>
          </a:p>
        </p:txBody>
      </p:sp>
      <p:cxnSp>
        <p:nvCxnSpPr>
          <p:cNvPr id="5" name="Conector Reto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54849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údo com Imagem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159103" y="952500"/>
            <a:ext cx="3239262" cy="1582882"/>
          </a:xfrm>
        </p:spPr>
        <p:txBody>
          <a:bodyPr rtlCol="0" anchor="b"/>
          <a:lstStyle/>
          <a:p>
            <a:pPr rtl="0"/>
            <a:r>
              <a:rPr lang="pt-br"/>
              <a:t>Clique para editar o estilo de título Mestre</a:t>
            </a:r>
          </a:p>
        </p:txBody>
      </p:sp>
      <p:sp>
        <p:nvSpPr>
          <p:cNvPr id="12" name="Espaço Reservado para Imagem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0"/>
            <a:ext cx="7620000" cy="6858001"/>
          </a:xfrm>
          <a:blipFill>
            <a:blip r:embed="rId2">
              <a:alphaModFix amt="60000"/>
            </a:blip>
            <a:stretch>
              <a:fillRect/>
            </a:stretch>
          </a:blipFill>
        </p:spPr>
        <p:txBody>
          <a:bodyPr rtlCol="0"/>
          <a:lstStyle>
            <a:lvl1pPr>
              <a:defRPr/>
            </a:lvl1pPr>
          </a:lstStyle>
          <a:p>
            <a:pPr rtl="0"/>
            <a:r>
              <a:rPr lang="pt-br"/>
              <a:t>   </a:t>
            </a:r>
          </a:p>
        </p:txBody>
      </p:sp>
      <p:sp>
        <p:nvSpPr>
          <p:cNvPr id="4" name="Espaço Reservado para Data 3">
            <a:extLst>
              <a:ext uri="{FF2B5EF4-FFF2-40B4-BE49-F238E27FC236}">
                <a16:creationId xmlns:a16="http://schemas.microsoft.com/office/drawing/2014/main" id="{1762B38A-33A6-F8AC-C9B9-FA400D29071B}"/>
              </a:ext>
            </a:extLst>
          </p:cNvPr>
          <p:cNvSpPr>
            <a:spLocks noGrp="1"/>
          </p:cNvSpPr>
          <p:nvPr>
            <p:ph type="dt" sz="half" idx="16"/>
          </p:nvPr>
        </p:nvSpPr>
        <p:spPr>
          <a:xfrm>
            <a:off x="381000" y="210114"/>
            <a:ext cx="1413537" cy="365760"/>
          </a:xfrm>
        </p:spPr>
        <p:txBody>
          <a:bodyPr rtlCol="0"/>
          <a:lstStyle/>
          <a:p>
            <a:pPr rtl="0"/>
            <a:r>
              <a:rPr lang="en-US"/>
              <a:t>24/11/2025</a:t>
            </a:r>
          </a:p>
        </p:txBody>
      </p:sp>
      <p:sp>
        <p:nvSpPr>
          <p:cNvPr id="11" name="Espaço Reservado para Rodapé 10">
            <a:extLst>
              <a:ext uri="{FF2B5EF4-FFF2-40B4-BE49-F238E27FC236}">
                <a16:creationId xmlns:a16="http://schemas.microsoft.com/office/drawing/2014/main" id="{6F5CC625-CD4F-F9C5-5E5D-05B78AE7CEE1}"/>
              </a:ext>
            </a:extLst>
          </p:cNvPr>
          <p:cNvSpPr>
            <a:spLocks noGrp="1"/>
          </p:cNvSpPr>
          <p:nvPr>
            <p:ph type="ftr" sz="quarter" idx="17"/>
          </p:nvPr>
        </p:nvSpPr>
        <p:spPr>
          <a:xfrm>
            <a:off x="8150916" y="210114"/>
            <a:ext cx="2333520" cy="365760"/>
          </a:xfrm>
        </p:spPr>
        <p:txBody>
          <a:bodyPr rtlCol="0"/>
          <a:lstStyle/>
          <a:p>
            <a:pPr rtl="0"/>
            <a:r>
              <a:rPr lang="pt-br"/>
              <a:t>Exemplo de Texto de Rodapé</a:t>
            </a:r>
          </a:p>
        </p:txBody>
      </p:sp>
      <p:sp>
        <p:nvSpPr>
          <p:cNvPr id="13" name="Espaço Reservado para o Número do Slide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8159103" y="3103929"/>
            <a:ext cx="3239262" cy="3109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cxnSp>
        <p:nvCxnSpPr>
          <p:cNvPr id="5" name="Conector Reto 4">
            <a:extLst>
              <a:ext uri="{FF2B5EF4-FFF2-40B4-BE49-F238E27FC236}">
                <a16:creationId xmlns:a16="http://schemas.microsoft.com/office/drawing/2014/main" id="{A2AF1B15-A912-4D71-3A1C-A97F524B9DE0}"/>
              </a:ext>
            </a:extLst>
          </p:cNvPr>
          <p:cNvCxnSpPr>
            <a:cxnSpLocks/>
          </p:cNvCxnSpPr>
          <p:nvPr/>
        </p:nvCxnSpPr>
        <p:spPr>
          <a:xfrm flipH="1">
            <a:off x="8237415"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00380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údo com Imagem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rtlCol="0" anchor="t">
            <a:normAutofit/>
          </a:bodyPr>
          <a:lstStyle>
            <a:lvl1pPr>
              <a:defRPr sz="2800"/>
            </a:lvl1pPr>
          </a:lstStyle>
          <a:p>
            <a:pPr rtl="0"/>
            <a:r>
              <a:rPr lang="pt-br"/>
              <a:t>Clique para editar o estilo de título Mestre</a:t>
            </a:r>
          </a:p>
        </p:txBody>
      </p:sp>
      <p:sp>
        <p:nvSpPr>
          <p:cNvPr id="4" name="Espaço Reservado para Imagem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rtlCol="0"/>
          <a:lstStyle>
            <a:lvl1pPr>
              <a:defRPr/>
            </a:lvl1pPr>
          </a:lstStyle>
          <a:p>
            <a:pPr rtl="0"/>
            <a:r>
              <a:rPr lang="pt-br"/>
              <a:t>   </a:t>
            </a:r>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rtlCol="0">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rtlCol="0"/>
          <a:lstStyle/>
          <a:p>
            <a:pPr rtl="0"/>
            <a:r>
              <a:rPr lang="en-US"/>
              <a:t>24/11/2025</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rtlCol="0"/>
          <a:lstStyle/>
          <a:p>
            <a:pPr rtl="0"/>
            <a:fld id="{5E0677F5-4A8A-4BF1-96BE-3BAE8FBAFE2E}" type="slidenum">
              <a:rPr lang="en-US" smtClean="0"/>
              <a:t>‹nº›</a:t>
            </a:fld>
            <a:endParaRPr lang="en-US"/>
          </a:p>
        </p:txBody>
      </p:sp>
      <p:cxnSp>
        <p:nvCxnSpPr>
          <p:cNvPr id="9" name="Conector Reto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20111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údo com Imagem 4">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rtlCol="0" anchor="b"/>
          <a:lstStyle/>
          <a:p>
            <a:pPr rtl="0"/>
            <a:r>
              <a:rPr lang="pt-br"/>
              <a:t>Clique para editar o estilo de título Mestre</a:t>
            </a:r>
          </a:p>
        </p:txBody>
      </p:sp>
      <p:sp>
        <p:nvSpPr>
          <p:cNvPr id="12" name="Espaço Reservado para Imagem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rtlCol="0"/>
          <a:lstStyle>
            <a:lvl1pPr>
              <a:defRPr/>
            </a:lvl1pPr>
          </a:lstStyle>
          <a:p>
            <a:pPr rtl="0"/>
            <a:r>
              <a:rPr lang="pt-br"/>
              <a:t>   </a:t>
            </a:r>
          </a:p>
        </p:txBody>
      </p:sp>
      <p:sp>
        <p:nvSpPr>
          <p:cNvPr id="4" name="Espaço Reservado para Data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rtlCol="0"/>
          <a:lstStyle/>
          <a:p>
            <a:pPr rtl="0"/>
            <a:r>
              <a:rPr lang="en-US"/>
              <a:t>24/11/2025</a:t>
            </a:r>
          </a:p>
        </p:txBody>
      </p:sp>
      <p:sp>
        <p:nvSpPr>
          <p:cNvPr id="11" name="Espaço Reservado para Rodapé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rtlCol="0"/>
          <a:lstStyle/>
          <a:p>
            <a:pPr rtl="0"/>
            <a:r>
              <a:rPr lang="pt-br"/>
              <a:t>Exemplo de Texto de Rodapé</a:t>
            </a:r>
          </a:p>
        </p:txBody>
      </p:sp>
      <p:sp>
        <p:nvSpPr>
          <p:cNvPr id="13" name="Espaço Reservado para o Número do Slide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cxnSp>
        <p:nvCxnSpPr>
          <p:cNvPr id="5" name="Conector Reto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tângulo 5">
            <a:extLst>
              <a:ext uri="{FF2B5EF4-FFF2-40B4-BE49-F238E27FC236}">
                <a16:creationId xmlns:a16="http://schemas.microsoft.com/office/drawing/2014/main" id="{3ED0235B-B98B-7313-28E9-8E643CDFF4A6}"/>
              </a:ext>
            </a:extLst>
          </p:cNvPr>
          <p:cNvSpPr/>
          <p:nvPr userDrawn="1"/>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4829475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údo com Imagem 5">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9D0E9D96-CB28-0F2C-BBB9-CE51B3EEBF53}"/>
              </a:ext>
            </a:extLst>
          </p:cNvPr>
          <p:cNvSpPr/>
          <p:nvPr/>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1" y="955810"/>
            <a:ext cx="4114799" cy="1244051"/>
          </a:xfrm>
        </p:spPr>
        <p:txBody>
          <a:bodyPr rtlCol="0" anchor="b"/>
          <a:lstStyle/>
          <a:p>
            <a:pPr rtl="0"/>
            <a:r>
              <a:rPr lang="pt-br"/>
              <a:t>Clique para editar o estilo de título Mestre</a:t>
            </a:r>
          </a:p>
        </p:txBody>
      </p:sp>
      <p:sp>
        <p:nvSpPr>
          <p:cNvPr id="4" name="Espaço Reservado para Data 3">
            <a:extLst>
              <a:ext uri="{FF2B5EF4-FFF2-40B4-BE49-F238E27FC236}">
                <a16:creationId xmlns:a16="http://schemas.microsoft.com/office/drawing/2014/main" id="{1762B38A-33A6-F8AC-C9B9-FA400D29071B}"/>
              </a:ext>
            </a:extLst>
          </p:cNvPr>
          <p:cNvSpPr>
            <a:spLocks noGrp="1"/>
          </p:cNvSpPr>
          <p:nvPr>
            <p:ph type="dt" sz="half" idx="16"/>
          </p:nvPr>
        </p:nvSpPr>
        <p:spPr>
          <a:xfrm>
            <a:off x="301752" y="210114"/>
            <a:ext cx="1485900" cy="365760"/>
          </a:xfrm>
        </p:spPr>
        <p:txBody>
          <a:bodyPr rtlCol="0"/>
          <a:lstStyle/>
          <a:p>
            <a:pPr rtl="0"/>
            <a:r>
              <a:rPr lang="en-US"/>
              <a:t>24/11/2025</a:t>
            </a:r>
          </a:p>
        </p:txBody>
      </p:sp>
      <p:sp>
        <p:nvSpPr>
          <p:cNvPr id="11" name="Espaço Reservado para Rodapé 10">
            <a:extLst>
              <a:ext uri="{FF2B5EF4-FFF2-40B4-BE49-F238E27FC236}">
                <a16:creationId xmlns:a16="http://schemas.microsoft.com/office/drawing/2014/main" id="{6F5CC625-CD4F-F9C5-5E5D-05B78AE7CEE1}"/>
              </a:ext>
            </a:extLst>
          </p:cNvPr>
          <p:cNvSpPr>
            <a:spLocks noGrp="1"/>
          </p:cNvSpPr>
          <p:nvPr>
            <p:ph type="ftr" sz="quarter" idx="17"/>
          </p:nvPr>
        </p:nvSpPr>
        <p:spPr>
          <a:xfrm>
            <a:off x="2268722" y="210114"/>
            <a:ext cx="1860464" cy="365760"/>
          </a:xfrm>
        </p:spPr>
        <p:txBody>
          <a:bodyPr rtlCol="0"/>
          <a:lstStyle/>
          <a:p>
            <a:pPr rtl="0"/>
            <a:r>
              <a:rPr lang="pt-br"/>
              <a:t>Exemplo de Texto de Rodapé</a:t>
            </a:r>
          </a:p>
        </p:txBody>
      </p:sp>
      <p:sp>
        <p:nvSpPr>
          <p:cNvPr id="13" name="Espaço Reservado para o Número do Slide 12">
            <a:extLst>
              <a:ext uri="{FF2B5EF4-FFF2-40B4-BE49-F238E27FC236}">
                <a16:creationId xmlns:a16="http://schemas.microsoft.com/office/drawing/2014/main" id="{E5B1B358-15B5-2BEF-0B1B-0BC9F05FFA1A}"/>
              </a:ext>
            </a:extLst>
          </p:cNvPr>
          <p:cNvSpPr>
            <a:spLocks noGrp="1"/>
          </p:cNvSpPr>
          <p:nvPr>
            <p:ph type="sldNum" sz="quarter" idx="18"/>
          </p:nvPr>
        </p:nvSpPr>
        <p:spPr>
          <a:xfrm>
            <a:off x="4192949" y="210114"/>
            <a:ext cx="605475" cy="365760"/>
          </a:xfrm>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301752" y="2788920"/>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2" name="Espaço Reservado para Imagem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5232400" y="1"/>
            <a:ext cx="6959600" cy="6858000"/>
          </a:xfrm>
          <a:blipFill>
            <a:blip r:embed="rId2">
              <a:alphaModFix amt="60000"/>
            </a:blip>
            <a:stretch>
              <a:fillRect/>
            </a:stretch>
          </a:blipFill>
        </p:spPr>
        <p:txBody>
          <a:bodyPr rtlCol="0"/>
          <a:lstStyle>
            <a:lvl1pPr>
              <a:defRPr/>
            </a:lvl1pPr>
          </a:lstStyle>
          <a:p>
            <a:pPr rtl="0"/>
            <a:r>
              <a:rPr lang="pt-br"/>
              <a:t>   </a:t>
            </a:r>
          </a:p>
        </p:txBody>
      </p:sp>
      <p:cxnSp>
        <p:nvCxnSpPr>
          <p:cNvPr id="5" name="Conector Reto 4">
            <a:extLst>
              <a:ext uri="{FF2B5EF4-FFF2-40B4-BE49-F238E27FC236}">
                <a16:creationId xmlns:a16="http://schemas.microsoft.com/office/drawing/2014/main" id="{F5904EB0-09B1-E4AD-6BEA-66B82835A61F}"/>
              </a:ext>
            </a:extLst>
          </p:cNvPr>
          <p:cNvCxnSpPr>
            <a:cxnSpLocks/>
          </p:cNvCxnSpPr>
          <p:nvPr/>
        </p:nvCxnSpPr>
        <p:spPr>
          <a:xfrm flipH="1">
            <a:off x="395444"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tângulo 5">
            <a:extLst>
              <a:ext uri="{FF2B5EF4-FFF2-40B4-BE49-F238E27FC236}">
                <a16:creationId xmlns:a16="http://schemas.microsoft.com/office/drawing/2014/main" id="{DB01857F-DF9F-2A98-2C2B-889C9BE29432}"/>
              </a:ext>
            </a:extLst>
          </p:cNvPr>
          <p:cNvSpPr/>
          <p:nvPr userDrawn="1"/>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4290409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údo com Imagem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rtlCol="0" anchor="t">
            <a:normAutofit/>
          </a:bodyPr>
          <a:lstStyle>
            <a:lvl1pPr>
              <a:defRPr sz="2800"/>
            </a:lvl1pPr>
          </a:lstStyle>
          <a:p>
            <a:pPr rtl="0"/>
            <a:r>
              <a:rPr lang="pt-br"/>
              <a:t>Clique para editar o estilo de título Mestre</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24/11/2025</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rtlCol="0">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Imagem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rtlCol="0"/>
          <a:lstStyle>
            <a:lvl1pPr>
              <a:defRPr/>
            </a:lvl1pPr>
          </a:lstStyle>
          <a:p>
            <a:pPr rtl="0"/>
            <a:r>
              <a:rPr lang="pt-br"/>
              <a:t>   </a:t>
            </a:r>
          </a:p>
        </p:txBody>
      </p:sp>
    </p:spTree>
    <p:extLst>
      <p:ext uri="{BB962C8B-B14F-4D97-AF65-F5344CB8AC3E}">
        <p14:creationId xmlns:p14="http://schemas.microsoft.com/office/powerpoint/2010/main" val="8867660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údo com Imagem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3383280"/>
            <a:ext cx="3410958" cy="1532976"/>
          </a:xfrm>
        </p:spPr>
        <p:txBody>
          <a:bodyPr rtlCol="0" anchor="t">
            <a:normAutofit/>
          </a:bodyPr>
          <a:lstStyle>
            <a:lvl1pPr>
              <a:defRPr sz="2800"/>
            </a:lvl1pPr>
          </a:lstStyle>
          <a:p>
            <a:pPr rtl="0"/>
            <a:r>
              <a:rPr lang="pt-br"/>
              <a:t>Clique para editar o estilo de título Mestre</a:t>
            </a:r>
          </a:p>
        </p:txBody>
      </p:sp>
      <p:sp>
        <p:nvSpPr>
          <p:cNvPr id="4" name="Espaço Reservado para Imagem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3017520"/>
          </a:xfrm>
          <a:blipFill dpi="0" rotWithShape="1">
            <a:blip r:embed="rId2">
              <a:alphaModFix amt="60000"/>
            </a:blip>
            <a:srcRect/>
            <a:stretch>
              <a:fillRect b="-29122"/>
            </a:stretch>
          </a:blipFill>
        </p:spPr>
        <p:txBody>
          <a:bodyPr rtlCol="0"/>
          <a:lstStyle>
            <a:lvl1pPr>
              <a:defRPr/>
            </a:lvl1pPr>
          </a:lstStyle>
          <a:p>
            <a:pPr rtl="0"/>
            <a:r>
              <a:rPr lang="pt-br"/>
              <a:t>   </a:t>
            </a:r>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4480560" y="3383280"/>
            <a:ext cx="7010399" cy="2377440"/>
          </a:xfrm>
        </p:spPr>
        <p:txBody>
          <a:bodyPr rtlCol="0">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rtlCol="0"/>
          <a:lstStyle/>
          <a:p>
            <a:pPr rtl="0"/>
            <a:r>
              <a:rPr lang="en-US"/>
              <a:t>24/11/2025</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rtlCol="0"/>
          <a:lstStyle/>
          <a:p>
            <a:pPr rtl="0"/>
            <a:fld id="{5E0677F5-4A8A-4BF1-96BE-3BAE8FBAFE2E}" type="slidenum">
              <a:rPr lang="en-US" smtClean="0"/>
              <a:t>‹nº›</a:t>
            </a:fld>
            <a:endParaRPr lang="en-US"/>
          </a:p>
        </p:txBody>
      </p:sp>
      <p:cxnSp>
        <p:nvCxnSpPr>
          <p:cNvPr id="9" name="Conector Reto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84356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údo com Imagem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rtlCol="0" anchor="t"/>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FB8772B0-B493-B608-E389-35329DEF2016}"/>
              </a:ext>
            </a:extLst>
          </p:cNvPr>
          <p:cNvSpPr>
            <a:spLocks noGrp="1"/>
          </p:cNvSpPr>
          <p:nvPr>
            <p:ph type="dt" sz="half" idx="16"/>
          </p:nvPr>
        </p:nvSpPr>
        <p:spPr/>
        <p:txBody>
          <a:bodyPr rtlCol="0"/>
          <a:lstStyle/>
          <a:p>
            <a:pPr rtl="0"/>
            <a:r>
              <a:rPr lang="en-US"/>
              <a:t>24/11/2025</a:t>
            </a:r>
          </a:p>
        </p:txBody>
      </p:sp>
      <p:sp>
        <p:nvSpPr>
          <p:cNvPr id="12" name="Espaço Reservado para Rodapé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rtlCol="0"/>
          <a:lstStyle/>
          <a:p>
            <a:pPr rtl="0"/>
            <a:r>
              <a:rPr lang="pt-br"/>
              <a:t>Amostra de Texto de Rodapé</a:t>
            </a:r>
          </a:p>
        </p:txBody>
      </p:sp>
      <p:sp>
        <p:nvSpPr>
          <p:cNvPr id="13" name="Espaço Reservado para o Número do Slide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Imagem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rtlCol="0"/>
          <a:lstStyle>
            <a:lvl1pPr>
              <a:defRPr/>
            </a:lvl1pPr>
          </a:lstStyle>
          <a:p>
            <a:pPr rtl="0"/>
            <a:r>
              <a:rPr lang="pt-br"/>
              <a:t>   </a:t>
            </a:r>
          </a:p>
        </p:txBody>
      </p:sp>
      <p:sp>
        <p:nvSpPr>
          <p:cNvPr id="5" name="Retângulo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Retângulo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7" name="Conector Reto 6">
            <a:extLst>
              <a:ext uri="{FF2B5EF4-FFF2-40B4-BE49-F238E27FC236}">
                <a16:creationId xmlns:a16="http://schemas.microsoft.com/office/drawing/2014/main" id="{B80496BC-B679-515B-9928-2CC91AD7A8A2}"/>
              </a:ext>
            </a:extLst>
          </p:cNvPr>
          <p:cNvCxnSpPr>
            <a:cxnSpLocks/>
          </p:cNvCxnSpPr>
          <p:nvPr userDrawn="1"/>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86697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údo com Imagem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rtlCol="0" anchor="b"/>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rtlCol="0"/>
          <a:lstStyle/>
          <a:p>
            <a:pPr rtl="0"/>
            <a:r>
              <a:rPr lang="en-US"/>
              <a:t>24/11/2025</a:t>
            </a:r>
          </a:p>
        </p:txBody>
      </p:sp>
      <p:sp>
        <p:nvSpPr>
          <p:cNvPr id="4" name="Espaço Reservado para Rodapé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rtlCol="0"/>
          <a:lstStyle/>
          <a:p>
            <a:pPr rtl="0"/>
            <a:r>
              <a:rPr lang="pt-br"/>
              <a:t>Texto de Exemplo do Rodapé</a:t>
            </a:r>
          </a:p>
        </p:txBody>
      </p:sp>
      <p:sp>
        <p:nvSpPr>
          <p:cNvPr id="9" name="Espaço Reservado para o Número do Slide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Imagem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rtlCol="0"/>
          <a:lstStyle>
            <a:lvl1pPr>
              <a:defRPr/>
            </a:lvl1pPr>
          </a:lstStyle>
          <a:p>
            <a:pPr rtl="0"/>
            <a:r>
              <a:rPr lang="pt-br"/>
              <a:t>    </a:t>
            </a:r>
          </a:p>
        </p:txBody>
      </p:sp>
      <p:sp>
        <p:nvSpPr>
          <p:cNvPr id="6" name="Retângulo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tângulo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11" name="Conector Reto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89756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údo com Imagem 10">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46341" y="1005840"/>
            <a:ext cx="5098676" cy="885847"/>
          </a:xfrm>
        </p:spPr>
        <p:txBody>
          <a:bodyPr rtlCol="0" anchor="b"/>
          <a:lstStyle/>
          <a:p>
            <a:pPr rtl="0"/>
            <a:r>
              <a:rPr lang="pt-br"/>
              <a:t>Clique para editar o estilo de título Mestre</a:t>
            </a:r>
          </a:p>
        </p:txBody>
      </p:sp>
      <p:sp>
        <p:nvSpPr>
          <p:cNvPr id="11" name="Espaço Reservado para Imagem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 y="0"/>
            <a:ext cx="5627801" cy="6858001"/>
          </a:xfrm>
          <a:blipFill>
            <a:blip r:embed="rId2">
              <a:alphaModFix amt="60000"/>
            </a:blip>
            <a:stretch>
              <a:fillRect/>
            </a:stretch>
          </a:blipFill>
        </p:spPr>
        <p:txBody>
          <a:bodyPr rtlCol="0"/>
          <a:lstStyle>
            <a:lvl1pPr>
              <a:defRPr/>
            </a:lvl1pPr>
          </a:lstStyle>
          <a:p>
            <a:pPr rtl="0"/>
            <a:r>
              <a:rPr lang="pt-br"/>
              <a:t>   </a:t>
            </a:r>
          </a:p>
        </p:txBody>
      </p:sp>
      <p:sp>
        <p:nvSpPr>
          <p:cNvPr id="3" name="Espaço Reservado para Data 2">
            <a:extLst>
              <a:ext uri="{FF2B5EF4-FFF2-40B4-BE49-F238E27FC236}">
                <a16:creationId xmlns:a16="http://schemas.microsoft.com/office/drawing/2014/main" id="{8C8F33F2-F4BB-B275-F273-C808EF0E4C3F}"/>
              </a:ext>
            </a:extLst>
          </p:cNvPr>
          <p:cNvSpPr>
            <a:spLocks noGrp="1"/>
          </p:cNvSpPr>
          <p:nvPr>
            <p:ph type="dt" sz="half" idx="16"/>
          </p:nvPr>
        </p:nvSpPr>
        <p:spPr/>
        <p:txBody>
          <a:bodyPr rtlCol="0"/>
          <a:lstStyle/>
          <a:p>
            <a:pPr rtl="0"/>
            <a:r>
              <a:rPr lang="en-US"/>
              <a:t>24/11/2025</a:t>
            </a:r>
          </a:p>
        </p:txBody>
      </p:sp>
      <p:sp>
        <p:nvSpPr>
          <p:cNvPr id="7" name="Espaço Reservado para Rodapé 6">
            <a:extLst>
              <a:ext uri="{FF2B5EF4-FFF2-40B4-BE49-F238E27FC236}">
                <a16:creationId xmlns:a16="http://schemas.microsoft.com/office/drawing/2014/main" id="{13F4D515-6DB5-140D-B839-CB332F27BDD7}"/>
              </a:ext>
            </a:extLst>
          </p:cNvPr>
          <p:cNvSpPr>
            <a:spLocks noGrp="1"/>
          </p:cNvSpPr>
          <p:nvPr>
            <p:ph type="ftr" sz="quarter" idx="17"/>
          </p:nvPr>
        </p:nvSpPr>
        <p:spPr>
          <a:xfrm>
            <a:off x="6146341" y="210114"/>
            <a:ext cx="2509284" cy="365760"/>
          </a:xfrm>
        </p:spPr>
        <p:txBody>
          <a:bodyPr rtlCol="0"/>
          <a:lstStyle/>
          <a:p>
            <a:pPr rtl="0"/>
            <a:r>
              <a:rPr lang="pt-br"/>
              <a:t>Exemplo de Texto de Rodapé</a:t>
            </a:r>
          </a:p>
        </p:txBody>
      </p:sp>
      <p:sp>
        <p:nvSpPr>
          <p:cNvPr id="9" name="Espaço Reservado para o Número do Slide 8">
            <a:extLst>
              <a:ext uri="{FF2B5EF4-FFF2-40B4-BE49-F238E27FC236}">
                <a16:creationId xmlns:a16="http://schemas.microsoft.com/office/drawing/2014/main" id="{6C24E981-2AEE-AD42-76FB-6003D79DAE8C}"/>
              </a:ext>
            </a:extLst>
          </p:cNvPr>
          <p:cNvSpPr>
            <a:spLocks noGrp="1"/>
          </p:cNvSpPr>
          <p:nvPr>
            <p:ph type="sldNum" sz="quarter" idx="18"/>
          </p:nvPr>
        </p:nvSpPr>
        <p:spPr/>
        <p:txBody>
          <a:bodyPr rtlCol="0"/>
          <a:lstStyle/>
          <a:p>
            <a:pPr rtl="0"/>
            <a:fld id="{5E0677F5-4A8A-4BF1-96BE-3BAE8FBAFE2E}" type="slidenum">
              <a:rPr lang="en-US" smtClean="0"/>
              <a:pPr rtl="0"/>
              <a:t>‹nº›</a:t>
            </a:fld>
            <a:endParaRPr lang="en-US"/>
          </a:p>
        </p:txBody>
      </p: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6155767" y="2047285"/>
            <a:ext cx="5098675" cy="4048715"/>
          </a:xfrm>
        </p:spPr>
        <p:txBody>
          <a:bodyPr rIns="457200"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cxnSp>
        <p:nvCxnSpPr>
          <p:cNvPr id="5" name="Conector Reto 4">
            <a:extLst>
              <a:ext uri="{FF2B5EF4-FFF2-40B4-BE49-F238E27FC236}">
                <a16:creationId xmlns:a16="http://schemas.microsoft.com/office/drawing/2014/main" id="{969FB954-0266-229D-9FE8-7EEDE4102171}"/>
              </a:ext>
            </a:extLst>
          </p:cNvPr>
          <p:cNvCxnSpPr>
            <a:cxnSpLocks/>
          </p:cNvCxnSpPr>
          <p:nvPr/>
        </p:nvCxnSpPr>
        <p:spPr>
          <a:xfrm flipH="1">
            <a:off x="6247224" y="751313"/>
            <a:ext cx="55500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6378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údo com Imagem 1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1014984"/>
            <a:ext cx="2820593" cy="2018221"/>
          </a:xfrm>
        </p:spPr>
        <p:txBody>
          <a:bodyPr rtlCol="0" anchor="t"/>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FB8772B0-B493-B608-E389-35329DEF2016}"/>
              </a:ext>
            </a:extLst>
          </p:cNvPr>
          <p:cNvSpPr>
            <a:spLocks noGrp="1"/>
          </p:cNvSpPr>
          <p:nvPr>
            <p:ph type="dt" sz="half" idx="16"/>
          </p:nvPr>
        </p:nvSpPr>
        <p:spPr/>
        <p:txBody>
          <a:bodyPr rtlCol="0"/>
          <a:lstStyle/>
          <a:p>
            <a:pPr rtl="0"/>
            <a:r>
              <a:rPr lang="en-US"/>
              <a:t>24/11/2025</a:t>
            </a:r>
          </a:p>
        </p:txBody>
      </p:sp>
      <p:sp>
        <p:nvSpPr>
          <p:cNvPr id="12" name="Espaço Reservado para Rodapé 11">
            <a:extLst>
              <a:ext uri="{FF2B5EF4-FFF2-40B4-BE49-F238E27FC236}">
                <a16:creationId xmlns:a16="http://schemas.microsoft.com/office/drawing/2014/main" id="{0BFB2EA8-AADE-E8CD-890F-EA9F9968B253}"/>
              </a:ext>
            </a:extLst>
          </p:cNvPr>
          <p:cNvSpPr>
            <a:spLocks noGrp="1"/>
          </p:cNvSpPr>
          <p:nvPr>
            <p:ph type="ftr" sz="quarter" idx="17"/>
          </p:nvPr>
        </p:nvSpPr>
        <p:spPr>
          <a:xfrm>
            <a:off x="3668134" y="210114"/>
            <a:ext cx="3302000" cy="365760"/>
          </a:xfrm>
        </p:spPr>
        <p:txBody>
          <a:bodyPr rtlCol="0"/>
          <a:lstStyle/>
          <a:p>
            <a:pPr rtl="0"/>
            <a:r>
              <a:rPr lang="pt-br"/>
              <a:t>Amostra de Texto de Rodapé</a:t>
            </a:r>
          </a:p>
        </p:txBody>
      </p:sp>
      <p:sp>
        <p:nvSpPr>
          <p:cNvPr id="13" name="Espaço Reservado para o Número do Slide 12">
            <a:extLst>
              <a:ext uri="{FF2B5EF4-FFF2-40B4-BE49-F238E27FC236}">
                <a16:creationId xmlns:a16="http://schemas.microsoft.com/office/drawing/2014/main" id="{D854D38F-A697-A216-CCCB-0C1A9DCBD2FC}"/>
              </a:ext>
            </a:extLst>
          </p:cNvPr>
          <p:cNvSpPr>
            <a:spLocks noGrp="1"/>
          </p:cNvSpPr>
          <p:nvPr>
            <p:ph type="sldNum" sz="quarter" idx="18"/>
          </p:nvPr>
        </p:nvSpPr>
        <p:spPr>
          <a:xfrm>
            <a:off x="7178517" y="210114"/>
            <a:ext cx="605475" cy="365760"/>
          </a:xfrm>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8BAC3300-BF12-B200-9F06-8D5AC45CB7EF}"/>
              </a:ext>
            </a:extLst>
          </p:cNvPr>
          <p:cNvSpPr>
            <a:spLocks noGrp="1"/>
          </p:cNvSpPr>
          <p:nvPr>
            <p:ph sz="quarter" idx="14"/>
          </p:nvPr>
        </p:nvSpPr>
        <p:spPr>
          <a:xfrm>
            <a:off x="3669802" y="1014984"/>
            <a:ext cx="3951867" cy="5088504"/>
          </a:xfrm>
        </p:spPr>
        <p:txBody>
          <a:bodyPr rIns="274320"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Imagem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288976" y="0"/>
            <a:ext cx="3903023" cy="6857999"/>
          </a:xfrm>
          <a:blipFill>
            <a:blip r:embed="rId2">
              <a:alphaModFix amt="60000"/>
            </a:blip>
            <a:stretch>
              <a:fillRect/>
            </a:stretch>
          </a:blipFill>
        </p:spPr>
        <p:txBody>
          <a:bodyPr rtlCol="0"/>
          <a:lstStyle>
            <a:lvl1pPr>
              <a:defRPr/>
            </a:lvl1pPr>
          </a:lstStyle>
          <a:p>
            <a:pPr rtl="0"/>
            <a:r>
              <a:rPr lang="pt-br"/>
              <a:t>   </a:t>
            </a:r>
          </a:p>
        </p:txBody>
      </p:sp>
      <p:cxnSp>
        <p:nvCxnSpPr>
          <p:cNvPr id="7" name="Conector Reto 6">
            <a:extLst>
              <a:ext uri="{FF2B5EF4-FFF2-40B4-BE49-F238E27FC236}">
                <a16:creationId xmlns:a16="http://schemas.microsoft.com/office/drawing/2014/main" id="{9A521034-7090-2D31-55C9-25FDCC8BE1D5}"/>
              </a:ext>
            </a:extLst>
          </p:cNvPr>
          <p:cNvCxnSpPr>
            <a:cxnSpLocks/>
          </p:cNvCxnSpPr>
          <p:nvPr/>
        </p:nvCxnSpPr>
        <p:spPr>
          <a:xfrm flipH="1">
            <a:off x="397002" y="751313"/>
            <a:ext cx="72977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tângulo 5">
            <a:extLst>
              <a:ext uri="{FF2B5EF4-FFF2-40B4-BE49-F238E27FC236}">
                <a16:creationId xmlns:a16="http://schemas.microsoft.com/office/drawing/2014/main" id="{BEA23E8F-F4E2-0421-02A4-4F2398C907D3}"/>
              </a:ext>
            </a:extLst>
          </p:cNvPr>
          <p:cNvSpPr/>
          <p:nvPr/>
        </p:nvSpPr>
        <p:spPr>
          <a:xfrm flipH="1">
            <a:off x="0" y="3644910"/>
            <a:ext cx="1854200" cy="3213090"/>
          </a:xfrm>
          <a:prstGeom prst="rect">
            <a:avLst/>
          </a:prstGeom>
          <a:gradFill>
            <a:gsLst>
              <a:gs pos="60000">
                <a:schemeClr val="bg2">
                  <a:alpha val="0"/>
                </a:schemeClr>
              </a:gs>
              <a:gs pos="100000">
                <a:schemeClr val="accent6"/>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5877460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údo com Imagem 1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rtlCol="0" anchor="t">
            <a:normAutofit/>
          </a:bodyPr>
          <a:lstStyle>
            <a:lvl1pPr>
              <a:defRPr sz="2800"/>
            </a:lvl1pPr>
          </a:lstStyle>
          <a:p>
            <a:pPr rtl="0"/>
            <a:r>
              <a:rPr lang="pt-br"/>
              <a:t>Clique para editar o estilo de título Mestre</a:t>
            </a:r>
          </a:p>
        </p:txBody>
      </p:sp>
      <p:sp>
        <p:nvSpPr>
          <p:cNvPr id="4" name="Espaço Reservado para Imagem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rtlCol="0"/>
          <a:lstStyle>
            <a:lvl1pPr>
              <a:defRPr/>
            </a:lvl1pPr>
          </a:lstStyle>
          <a:p>
            <a:pPr rtl="0"/>
            <a:r>
              <a:rPr lang="pt-br"/>
              <a:t>   </a:t>
            </a:r>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rtlCol="0">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3" name="Espaço Reservado para Data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rtlCol="0"/>
          <a:lstStyle/>
          <a:p>
            <a:pPr rtl="0"/>
            <a:r>
              <a:rPr lang="en-US"/>
              <a:t>24/11/2025</a:t>
            </a:r>
          </a:p>
        </p:txBody>
      </p:sp>
      <p:sp>
        <p:nvSpPr>
          <p:cNvPr id="14" name="Espaço Reservado para Rodapé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rtlCol="0"/>
          <a:lstStyle/>
          <a:p>
            <a:pPr rtl="0"/>
            <a:r>
              <a:rPr lang="pt-br"/>
              <a:t>Amostra de Texto de Rodapé</a:t>
            </a:r>
          </a:p>
        </p:txBody>
      </p:sp>
      <p:sp>
        <p:nvSpPr>
          <p:cNvPr id="15" name="Espaço Reservado para o Número do Slide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rtlCol="0"/>
          <a:lstStyle/>
          <a:p>
            <a:pPr rtl="0"/>
            <a:fld id="{5E0677F5-4A8A-4BF1-96BE-3BAE8FBAFE2E}" type="slidenum">
              <a:rPr lang="en-US" smtClean="0"/>
              <a:t>‹nº›</a:t>
            </a:fld>
            <a:endParaRPr lang="en-US"/>
          </a:p>
        </p:txBody>
      </p:sp>
      <p:cxnSp>
        <p:nvCxnSpPr>
          <p:cNvPr id="3" name="Conector Reto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7403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údo com Imagem 1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1124712"/>
            <a:ext cx="6035040" cy="1188720"/>
          </a:xfrm>
        </p:spPr>
        <p:txBody>
          <a:bodyPr rtlCol="0" anchor="t"/>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341B6B1A-D5A1-4BE6-F356-717BCDE641E2}"/>
              </a:ext>
            </a:extLst>
          </p:cNvPr>
          <p:cNvSpPr>
            <a:spLocks noGrp="1"/>
          </p:cNvSpPr>
          <p:nvPr>
            <p:ph type="dt" sz="half" idx="16"/>
          </p:nvPr>
        </p:nvSpPr>
        <p:spPr>
          <a:xfrm>
            <a:off x="301752" y="210114"/>
            <a:ext cx="1759288" cy="365760"/>
          </a:xfrm>
        </p:spPr>
        <p:txBody>
          <a:bodyPr rtlCol="0"/>
          <a:lstStyle/>
          <a:p>
            <a:pPr rtl="0"/>
            <a:r>
              <a:rPr lang="en-US"/>
              <a:t>24/11/2025</a:t>
            </a:r>
          </a:p>
        </p:txBody>
      </p:sp>
      <p:sp>
        <p:nvSpPr>
          <p:cNvPr id="5" name="Espaço Reservado para Rodapé 4">
            <a:extLst>
              <a:ext uri="{FF2B5EF4-FFF2-40B4-BE49-F238E27FC236}">
                <a16:creationId xmlns:a16="http://schemas.microsoft.com/office/drawing/2014/main" id="{EC0BF832-23A2-A613-62C4-CB5A46DFFDAE}"/>
              </a:ext>
            </a:extLst>
          </p:cNvPr>
          <p:cNvSpPr>
            <a:spLocks noGrp="1"/>
          </p:cNvSpPr>
          <p:nvPr>
            <p:ph type="ftr" sz="quarter" idx="17"/>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8840ECE9-B681-F022-60D1-1A016882C82F}"/>
              </a:ext>
            </a:extLst>
          </p:cNvPr>
          <p:cNvSpPr>
            <a:spLocks noGrp="1"/>
          </p:cNvSpPr>
          <p:nvPr>
            <p:ph type="sldNum" sz="quarter" idx="18"/>
          </p:nvPr>
        </p:nvSpPr>
        <p:spPr/>
        <p:txBody>
          <a:bodyPr rtlCol="0"/>
          <a:lstStyle/>
          <a:p>
            <a:pPr rtl="0"/>
            <a:fld id="{5E0677F5-4A8A-4BF1-96BE-3BAE8FBAFE2E}" type="slidenum">
              <a:rPr lang="en-US" smtClean="0"/>
              <a:pPr rtl="0"/>
              <a:t>‹nº›</a:t>
            </a:fld>
            <a:endParaRPr lang="en-US"/>
          </a:p>
        </p:txBody>
      </p:sp>
      <p:sp>
        <p:nvSpPr>
          <p:cNvPr id="10" name="Espaço Reservado para Imagem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93776" y="2629095"/>
            <a:ext cx="6286500" cy="3729912"/>
          </a:xfrm>
          <a:blipFill>
            <a:blip r:embed="rId2">
              <a:alphaModFix amt="60000"/>
            </a:blip>
            <a:stretch>
              <a:fillRect b="-13379"/>
            </a:stretch>
          </a:blipFill>
        </p:spPr>
        <p:txBody>
          <a:bodyPr rtlCol="0"/>
          <a:lstStyle>
            <a:lvl1pPr>
              <a:defRPr/>
            </a:lvl1pPr>
          </a:lstStyle>
          <a:p>
            <a:pPr rtl="0"/>
            <a:r>
              <a:rPr lang="pt-br"/>
              <a:t>   </a:t>
            </a:r>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7620000" y="1124712"/>
            <a:ext cx="3683000" cy="523429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Retângulo 3">
            <a:extLst>
              <a:ext uri="{FF2B5EF4-FFF2-40B4-BE49-F238E27FC236}">
                <a16:creationId xmlns:a16="http://schemas.microsoft.com/office/drawing/2014/main" id="{8751E514-0366-08AF-7655-4232DA4DBADF}"/>
              </a:ext>
            </a:extLst>
          </p:cNvPr>
          <p:cNvSpPr/>
          <p:nvPr/>
        </p:nvSpPr>
        <p:spPr>
          <a:xfrm flipH="1">
            <a:off x="3009900" y="5797487"/>
            <a:ext cx="9182100" cy="1060512"/>
          </a:xfrm>
          <a:prstGeom prst="rect">
            <a:avLst/>
          </a:prstGeom>
          <a:gradFill>
            <a:gsLst>
              <a:gs pos="55000">
                <a:schemeClr val="bg2">
                  <a:alpha val="0"/>
                </a:schemeClr>
              </a:gs>
              <a:gs pos="100000">
                <a:schemeClr val="accent4"/>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Retângulo 12">
            <a:extLst>
              <a:ext uri="{FF2B5EF4-FFF2-40B4-BE49-F238E27FC236}">
                <a16:creationId xmlns:a16="http://schemas.microsoft.com/office/drawing/2014/main" id="{7817AFFE-A609-63B8-B679-F0129190A122}"/>
              </a:ext>
            </a:extLst>
          </p:cNvPr>
          <p:cNvSpPr/>
          <p:nvPr/>
        </p:nvSpPr>
        <p:spPr>
          <a:xfrm rot="5400000" flipH="1">
            <a:off x="9426287" y="4092286"/>
            <a:ext cx="4807525" cy="723901"/>
          </a:xfrm>
          <a:prstGeom prst="rect">
            <a:avLst/>
          </a:prstGeom>
          <a:gradFill>
            <a:gsLst>
              <a:gs pos="47000">
                <a:schemeClr val="bg2">
                  <a:alpha val="0"/>
                </a:schemeClr>
              </a:gs>
              <a:gs pos="100000">
                <a:schemeClr val="accent3">
                  <a:lumMod val="40000"/>
                  <a:lumOff val="60000"/>
                  <a:alpha val="61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897743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údo com Imagem 1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960120"/>
            <a:ext cx="7726680" cy="914400"/>
          </a:xfrm>
        </p:spPr>
        <p:txBody>
          <a:bodyPr rtlCol="0" anchor="b"/>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rtlCol="0"/>
          <a:lstStyle/>
          <a:p>
            <a:pPr rtl="0"/>
            <a:r>
              <a:rPr lang="en-US"/>
              <a:t>24/11/2025</a:t>
            </a:r>
          </a:p>
        </p:txBody>
      </p:sp>
      <p:sp>
        <p:nvSpPr>
          <p:cNvPr id="4" name="Espaço Reservado para Rodapé 3">
            <a:extLst>
              <a:ext uri="{FF2B5EF4-FFF2-40B4-BE49-F238E27FC236}">
                <a16:creationId xmlns:a16="http://schemas.microsoft.com/office/drawing/2014/main" id="{37497486-A221-C6D1-050D-0B3DB326465B}"/>
              </a:ext>
            </a:extLst>
          </p:cNvPr>
          <p:cNvSpPr>
            <a:spLocks noGrp="1"/>
          </p:cNvSpPr>
          <p:nvPr>
            <p:ph type="ftr" sz="quarter" idx="17"/>
          </p:nvPr>
        </p:nvSpPr>
        <p:spPr>
          <a:xfrm>
            <a:off x="4942516" y="203862"/>
            <a:ext cx="2377440" cy="365760"/>
          </a:xfrm>
        </p:spPr>
        <p:txBody>
          <a:bodyPr rtlCol="0"/>
          <a:lstStyle/>
          <a:p>
            <a:pPr rtl="0"/>
            <a:r>
              <a:rPr lang="pt-br"/>
              <a:t>Texto de Exemplo do Rodapé</a:t>
            </a:r>
          </a:p>
        </p:txBody>
      </p:sp>
      <p:sp>
        <p:nvSpPr>
          <p:cNvPr id="9" name="Espaço Reservado para o Número do Slide 8">
            <a:extLst>
              <a:ext uri="{FF2B5EF4-FFF2-40B4-BE49-F238E27FC236}">
                <a16:creationId xmlns:a16="http://schemas.microsoft.com/office/drawing/2014/main" id="{193EE6EB-FF56-B8A3-1408-5C43C49B256E}"/>
              </a:ext>
            </a:extLst>
          </p:cNvPr>
          <p:cNvSpPr>
            <a:spLocks noGrp="1"/>
          </p:cNvSpPr>
          <p:nvPr>
            <p:ph type="sldNum" sz="quarter" idx="18"/>
          </p:nvPr>
        </p:nvSpPr>
        <p:spPr>
          <a:xfrm>
            <a:off x="7540537" y="203862"/>
            <a:ext cx="602991" cy="365760"/>
          </a:xfrm>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301751" y="2194560"/>
            <a:ext cx="7726680" cy="420624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Imagem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8663152" y="0"/>
            <a:ext cx="3528848" cy="6858000"/>
          </a:xfrm>
          <a:blipFill>
            <a:blip r:embed="rId2">
              <a:alphaModFix amt="60000"/>
            </a:blip>
            <a:stretch>
              <a:fillRect/>
            </a:stretch>
          </a:blipFill>
        </p:spPr>
        <p:txBody>
          <a:bodyPr rtlCol="0"/>
          <a:lstStyle>
            <a:lvl1pPr>
              <a:defRPr/>
            </a:lvl1pPr>
          </a:lstStyle>
          <a:p>
            <a:pPr rtl="0"/>
            <a:r>
              <a:rPr lang="pt-br"/>
              <a:t>   </a:t>
            </a:r>
          </a:p>
        </p:txBody>
      </p:sp>
      <p:cxnSp>
        <p:nvCxnSpPr>
          <p:cNvPr id="5" name="Conector Reto 4">
            <a:extLst>
              <a:ext uri="{FF2B5EF4-FFF2-40B4-BE49-F238E27FC236}">
                <a16:creationId xmlns:a16="http://schemas.microsoft.com/office/drawing/2014/main" id="{61A1B53F-5BA2-09DF-9A48-941699CA2D54}"/>
              </a:ext>
            </a:extLst>
          </p:cNvPr>
          <p:cNvCxnSpPr>
            <a:cxnSpLocks/>
          </p:cNvCxnSpPr>
          <p:nvPr/>
        </p:nvCxnSpPr>
        <p:spPr>
          <a:xfrm flipH="1">
            <a:off x="457202" y="751313"/>
            <a:ext cx="758952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61299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údo com Imagem 1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210016" y="957435"/>
            <a:ext cx="6400800" cy="885847"/>
          </a:xfrm>
        </p:spPr>
        <p:txBody>
          <a:bodyPr rIns="548640" rtlCol="0" anchor="b"/>
          <a:lstStyle/>
          <a:p>
            <a:pPr rtl="0"/>
            <a:r>
              <a:rPr lang="pt-br"/>
              <a:t>Clique para editar o estilo de título Mestre</a:t>
            </a:r>
          </a:p>
        </p:txBody>
      </p:sp>
      <p:sp>
        <p:nvSpPr>
          <p:cNvPr id="11" name="Espaço Reservado para Imagem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2" y="0"/>
            <a:ext cx="4698090" cy="6858001"/>
          </a:xfrm>
          <a:blipFill>
            <a:blip r:embed="rId2">
              <a:alphaModFix amt="60000"/>
            </a:blip>
            <a:stretch>
              <a:fillRect/>
            </a:stretch>
          </a:blipFill>
        </p:spPr>
        <p:txBody>
          <a:bodyPr rtlCol="0"/>
          <a:lstStyle>
            <a:lvl1pPr>
              <a:defRPr/>
            </a:lvl1pPr>
          </a:lstStyle>
          <a:p>
            <a:pPr rtl="0"/>
            <a:r>
              <a:rPr lang="pt-br"/>
              <a:t>   </a:t>
            </a:r>
          </a:p>
        </p:txBody>
      </p:sp>
      <p:sp>
        <p:nvSpPr>
          <p:cNvPr id="4" name="Espaço Reservado para Data 3">
            <a:extLst>
              <a:ext uri="{FF2B5EF4-FFF2-40B4-BE49-F238E27FC236}">
                <a16:creationId xmlns:a16="http://schemas.microsoft.com/office/drawing/2014/main" id="{93A362DD-3333-1184-E97C-2FDF9D599F49}"/>
              </a:ext>
            </a:extLst>
          </p:cNvPr>
          <p:cNvSpPr>
            <a:spLocks noGrp="1"/>
          </p:cNvSpPr>
          <p:nvPr>
            <p:ph type="dt" sz="half" idx="16"/>
          </p:nvPr>
        </p:nvSpPr>
        <p:spPr>
          <a:xfrm>
            <a:off x="5213149" y="212239"/>
            <a:ext cx="2208276" cy="365760"/>
          </a:xfrm>
        </p:spPr>
        <p:txBody>
          <a:bodyPr rtlCol="0"/>
          <a:lstStyle/>
          <a:p>
            <a:pPr rtl="0"/>
            <a:r>
              <a:rPr lang="en-US"/>
              <a:t>24/11/2025</a:t>
            </a:r>
          </a:p>
        </p:txBody>
      </p:sp>
      <p:sp>
        <p:nvSpPr>
          <p:cNvPr id="5" name="Espaço Reservado para Rodapé 4">
            <a:extLst>
              <a:ext uri="{FF2B5EF4-FFF2-40B4-BE49-F238E27FC236}">
                <a16:creationId xmlns:a16="http://schemas.microsoft.com/office/drawing/2014/main" id="{D851225D-49EF-5752-ACF2-F43EB2B36332}"/>
              </a:ext>
            </a:extLst>
          </p:cNvPr>
          <p:cNvSpPr>
            <a:spLocks noGrp="1"/>
          </p:cNvSpPr>
          <p:nvPr>
            <p:ph type="ftr" sz="quarter" idx="17"/>
          </p:nvPr>
        </p:nvSpPr>
        <p:spPr>
          <a:xfrm>
            <a:off x="7619999" y="210114"/>
            <a:ext cx="2297151" cy="365760"/>
          </a:xfrm>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rtlCol="0"/>
          <a:lstStyle/>
          <a:p>
            <a:pPr rtl="0"/>
            <a:fld id="{5E0677F5-4A8A-4BF1-96BE-3BAE8FBAFE2E}" type="slidenum">
              <a:rPr lang="en-US" smtClean="0"/>
              <a:t>‹nº›</a:t>
            </a:fld>
            <a:endParaRPr lang="en-US"/>
          </a:p>
        </p:txBody>
      </p: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5210016" y="2054715"/>
            <a:ext cx="6400800" cy="4502965"/>
          </a:xfrm>
        </p:spPr>
        <p:txBody>
          <a:bodyPr rIns="548640"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cxnSp>
        <p:nvCxnSpPr>
          <p:cNvPr id="7" name="Conector Reto 6">
            <a:extLst>
              <a:ext uri="{FF2B5EF4-FFF2-40B4-BE49-F238E27FC236}">
                <a16:creationId xmlns:a16="http://schemas.microsoft.com/office/drawing/2014/main" id="{69D4FBA1-5448-1E5A-42E9-23AAC06CC512}"/>
              </a:ext>
            </a:extLst>
          </p:cNvPr>
          <p:cNvCxnSpPr>
            <a:cxnSpLocks/>
          </p:cNvCxnSpPr>
          <p:nvPr/>
        </p:nvCxnSpPr>
        <p:spPr>
          <a:xfrm flipH="1">
            <a:off x="5319887" y="751313"/>
            <a:ext cx="647739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4534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údo com Imagem 1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rtlCol="0" anchor="t">
            <a:normAutofit/>
          </a:bodyPr>
          <a:lstStyle>
            <a:lvl1pPr>
              <a:defRPr sz="2800">
                <a:solidFill>
                  <a:schemeClr val="tx1"/>
                </a:solidFill>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Espaço Reservado para Rodapé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rtlCol="0"/>
          <a:lstStyle/>
          <a:p>
            <a:pPr rtl="0"/>
            <a:r>
              <a:rPr lang="pt-br"/>
              <a:t>Exemplo de Texto de Rodapé</a:t>
            </a:r>
          </a:p>
        </p:txBody>
      </p:sp>
      <p:sp>
        <p:nvSpPr>
          <p:cNvPr id="9" name="Espaço Reservado para o Número do Slide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1" name="Espaço Reservado para Imagem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rtlCol="0"/>
          <a:lstStyle>
            <a:lvl1pPr>
              <a:defRPr/>
            </a:lvl1pPr>
          </a:lstStyle>
          <a:p>
            <a:pPr rtl="0"/>
            <a:r>
              <a:rPr lang="pt-br"/>
              <a:t>   </a:t>
            </a:r>
          </a:p>
        </p:txBody>
      </p:sp>
      <p:sp>
        <p:nvSpPr>
          <p:cNvPr id="10" name="Retângulo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Retângulo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12" name="Conector Reto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24273869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údo com Imagem 1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rtlCol="0" anchor="t">
            <a:normAutofit/>
          </a:bodyPr>
          <a:lstStyle>
            <a:lvl1pPr>
              <a:defRPr sz="2800">
                <a:solidFill>
                  <a:schemeClr val="tx1"/>
                </a:solidFill>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Espaço Reservado para Rodapé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rtlCol="0"/>
          <a:lstStyle/>
          <a:p>
            <a:pPr rtl="0"/>
            <a:r>
              <a:rPr lang="pt-br"/>
              <a:t>Exemplo de Texto de Rodapé</a:t>
            </a:r>
          </a:p>
        </p:txBody>
      </p:sp>
      <p:sp>
        <p:nvSpPr>
          <p:cNvPr id="9" name="Espaço Reservado para o Número do Slide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1" name="Espaço Reservado para Imagem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rtlCol="0"/>
          <a:lstStyle>
            <a:lvl1pPr>
              <a:defRPr/>
            </a:lvl1pPr>
          </a:lstStyle>
          <a:p>
            <a:pPr rtl="0"/>
            <a:r>
              <a:rPr lang="pt-br"/>
              <a:t>   </a:t>
            </a:r>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8404556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úmero Grande">
    <p:spTree>
      <p:nvGrpSpPr>
        <p:cNvPr id="1" name=""/>
        <p:cNvGrpSpPr/>
        <p:nvPr/>
      </p:nvGrpSpPr>
      <p:grpSpPr>
        <a:xfrm>
          <a:off x="0" y="0"/>
          <a:ext cx="0" cy="0"/>
          <a:chOff x="0" y="0"/>
          <a:chExt cx="0" cy="0"/>
        </a:xfrm>
      </p:grpSpPr>
      <p:sp>
        <p:nvSpPr>
          <p:cNvPr id="11" name="Título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rtlCol="0" anchor="t"/>
          <a:lstStyle>
            <a:lvl1pPr>
              <a:lnSpc>
                <a:spcPct val="100000"/>
              </a:lnSpc>
              <a:defRPr sz="2000">
                <a:solidFill>
                  <a:schemeClr val="tx1"/>
                </a:solidFill>
                <a:latin typeface="+mn-lt"/>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86ADE8C0-7863-A0F4-9EFB-60B2F8DD221E}"/>
              </a:ext>
            </a:extLst>
          </p:cNvPr>
          <p:cNvSpPr>
            <a:spLocks noGrp="1"/>
          </p:cNvSpPr>
          <p:nvPr>
            <p:ph type="dt" sz="half" idx="14"/>
          </p:nvPr>
        </p:nvSpPr>
        <p:spPr/>
        <p:txBody>
          <a:bodyPr rtlCol="0"/>
          <a:lstStyle/>
          <a:p>
            <a:pPr rtl="0"/>
            <a:r>
              <a:rPr lang="en-US"/>
              <a:t>24/11/2025</a:t>
            </a:r>
          </a:p>
        </p:txBody>
      </p:sp>
      <p:sp>
        <p:nvSpPr>
          <p:cNvPr id="4" name="Espaço Reservado para Rodapé 3">
            <a:extLst>
              <a:ext uri="{FF2B5EF4-FFF2-40B4-BE49-F238E27FC236}">
                <a16:creationId xmlns:a16="http://schemas.microsoft.com/office/drawing/2014/main" id="{0AE20381-0150-ABDF-3C66-3E77DA79EEC4}"/>
              </a:ext>
            </a:extLst>
          </p:cNvPr>
          <p:cNvSpPr>
            <a:spLocks noGrp="1"/>
          </p:cNvSpPr>
          <p:nvPr>
            <p:ph type="ftr" sz="quarter" idx="15"/>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0" name="Espaço Reservado para Conteúdo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rtlCol="0"/>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rtl="0"/>
            <a:r>
              <a:rPr lang="pt-br"/>
              <a:t>##%</a:t>
            </a:r>
          </a:p>
        </p:txBody>
      </p:sp>
      <p:cxnSp>
        <p:nvCxnSpPr>
          <p:cNvPr id="6" name="Conector Reto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521509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Número Grande 2">
    <p:spTree>
      <p:nvGrpSpPr>
        <p:cNvPr id="1" name=""/>
        <p:cNvGrpSpPr/>
        <p:nvPr/>
      </p:nvGrpSpPr>
      <p:grpSpPr>
        <a:xfrm>
          <a:off x="0" y="0"/>
          <a:ext cx="0" cy="0"/>
          <a:chOff x="0" y="0"/>
          <a:chExt cx="0" cy="0"/>
        </a:xfrm>
      </p:grpSpPr>
      <p:sp>
        <p:nvSpPr>
          <p:cNvPr id="10" name="Título 10">
            <a:extLst>
              <a:ext uri="{FF2B5EF4-FFF2-40B4-BE49-F238E27FC236}">
                <a16:creationId xmlns:a16="http://schemas.microsoft.com/office/drawing/2014/main" id="{DD010CB8-5ADF-D96A-0AE8-D830AFDEB94C}"/>
              </a:ext>
            </a:extLst>
          </p:cNvPr>
          <p:cNvSpPr>
            <a:spLocks noGrp="1"/>
          </p:cNvSpPr>
          <p:nvPr>
            <p:ph type="title"/>
          </p:nvPr>
        </p:nvSpPr>
        <p:spPr>
          <a:xfrm>
            <a:off x="7622485" y="1100831"/>
            <a:ext cx="3503935" cy="3811825"/>
          </a:xfrm>
        </p:spPr>
        <p:txBody>
          <a:bodyPr rtlCol="0" anchor="t">
            <a:normAutofit/>
          </a:bodyPr>
          <a:lstStyle>
            <a:lvl1pPr>
              <a:lnSpc>
                <a:spcPct val="100000"/>
              </a:lnSpc>
              <a:defRPr sz="2000">
                <a:latin typeface="+mn-lt"/>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86ADE8C0-7863-A0F4-9EFB-60B2F8DD221E}"/>
              </a:ext>
            </a:extLst>
          </p:cNvPr>
          <p:cNvSpPr>
            <a:spLocks noGrp="1"/>
          </p:cNvSpPr>
          <p:nvPr>
            <p:ph type="dt" sz="half" idx="14"/>
          </p:nvPr>
        </p:nvSpPr>
        <p:spPr/>
        <p:txBody>
          <a:bodyPr rtlCol="0"/>
          <a:lstStyle/>
          <a:p>
            <a:pPr rtl="0"/>
            <a:r>
              <a:rPr lang="en-US"/>
              <a:t>24/11/2025</a:t>
            </a:r>
          </a:p>
        </p:txBody>
      </p:sp>
      <p:sp>
        <p:nvSpPr>
          <p:cNvPr id="4" name="Espaço Reservado para Rodapé 3">
            <a:extLst>
              <a:ext uri="{FF2B5EF4-FFF2-40B4-BE49-F238E27FC236}">
                <a16:creationId xmlns:a16="http://schemas.microsoft.com/office/drawing/2014/main" id="{0AE20381-0150-ABDF-3C66-3E77DA79EEC4}"/>
              </a:ext>
            </a:extLst>
          </p:cNvPr>
          <p:cNvSpPr>
            <a:spLocks noGrp="1"/>
          </p:cNvSpPr>
          <p:nvPr>
            <p:ph type="ftr" sz="quarter" idx="15"/>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9" name="Espaço Reservado para Conteúdo 9">
            <a:extLst>
              <a:ext uri="{FF2B5EF4-FFF2-40B4-BE49-F238E27FC236}">
                <a16:creationId xmlns:a16="http://schemas.microsoft.com/office/drawing/2014/main" id="{205AA2D5-1683-397E-F373-FD43CF41C356}"/>
              </a:ext>
            </a:extLst>
          </p:cNvPr>
          <p:cNvSpPr>
            <a:spLocks noGrp="1"/>
          </p:cNvSpPr>
          <p:nvPr>
            <p:ph sz="quarter" idx="17" hasCustomPrompt="1"/>
          </p:nvPr>
        </p:nvSpPr>
        <p:spPr>
          <a:xfrm>
            <a:off x="274638" y="1192305"/>
            <a:ext cx="6354305" cy="5302119"/>
          </a:xfrm>
        </p:spPr>
        <p:txBody>
          <a:bodyPr rtlCol="0" anchor="b"/>
          <a:lstStyle>
            <a:lvl1pPr>
              <a:lnSpc>
                <a:spcPct val="85000"/>
              </a:lnSpc>
              <a:defRPr sz="167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rtl="0"/>
            <a:r>
              <a:rPr lang="pt-br"/>
              <a:t>##%</a:t>
            </a:r>
          </a:p>
        </p:txBody>
      </p:sp>
      <p:cxnSp>
        <p:nvCxnSpPr>
          <p:cNvPr id="8" name="Conector Reto 7">
            <a:extLst>
              <a:ext uri="{FF2B5EF4-FFF2-40B4-BE49-F238E27FC236}">
                <a16:creationId xmlns:a16="http://schemas.microsoft.com/office/drawing/2014/main" id="{6A889F67-0B6B-A4B3-54DF-0A8015E5486C}"/>
              </a:ext>
            </a:extLst>
          </p:cNvPr>
          <p:cNvCxnSpPr>
            <a:cxnSpLocks/>
          </p:cNvCxnSpPr>
          <p:nvPr/>
        </p:nvCxnSpPr>
        <p:spPr>
          <a:xfrm flipV="1">
            <a:off x="7083125" y="1192305"/>
            <a:ext cx="0" cy="4711453"/>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15048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Número Grande 3">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F6789B03-A237-8E25-DB32-95E92EBCC3A2}"/>
              </a:ext>
            </a:extLst>
          </p:cNvPr>
          <p:cNvSpPr/>
          <p:nvPr/>
        </p:nvSpPr>
        <p:spPr>
          <a:xfrm rot="10800000" flipH="1" flipV="1">
            <a:off x="1175658" y="0"/>
            <a:ext cx="11016342" cy="6858000"/>
          </a:xfrm>
          <a:prstGeom prst="rect">
            <a:avLst/>
          </a:prstGeom>
          <a:gradFill flip="none" rotWithShape="1">
            <a:gsLst>
              <a:gs pos="61500">
                <a:schemeClr val="accent1">
                  <a:alpha val="50000"/>
                </a:schemeClr>
              </a:gs>
              <a:gs pos="40000">
                <a:schemeClr val="accent5">
                  <a:alpha val="50000"/>
                </a:schemeClr>
              </a:gs>
              <a:gs pos="6000">
                <a:schemeClr val="bg2"/>
              </a:gs>
              <a:gs pos="94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8" name="Retângulo 17">
            <a:extLst>
              <a:ext uri="{FF2B5EF4-FFF2-40B4-BE49-F238E27FC236}">
                <a16:creationId xmlns:a16="http://schemas.microsoft.com/office/drawing/2014/main" id="{7B651B9B-74D4-3A3F-E369-214B13D8B83C}"/>
              </a:ext>
            </a:extLst>
          </p:cNvPr>
          <p:cNvSpPr/>
          <p:nvPr/>
        </p:nvSpPr>
        <p:spPr>
          <a:xfrm rot="16200000" flipV="1">
            <a:off x="6267450" y="933451"/>
            <a:ext cx="6858000" cy="4991099"/>
          </a:xfrm>
          <a:prstGeom prst="rect">
            <a:avLst/>
          </a:prstGeom>
          <a:gradFill>
            <a:gsLst>
              <a:gs pos="3000">
                <a:schemeClr val="accent6">
                  <a:lumMod val="75000"/>
                </a:schemeClr>
              </a:gs>
              <a:gs pos="65000">
                <a:schemeClr val="accent4">
                  <a:lumMod val="50000"/>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3" name="Retângulo 2">
            <a:extLst>
              <a:ext uri="{FF2B5EF4-FFF2-40B4-BE49-F238E27FC236}">
                <a16:creationId xmlns:a16="http://schemas.microsoft.com/office/drawing/2014/main" id="{81D28BDD-509C-1D92-D003-9C8B1DAEC620}"/>
              </a:ext>
            </a:extLst>
          </p:cNvPr>
          <p:cNvSpPr/>
          <p:nvPr/>
        </p:nvSpPr>
        <p:spPr>
          <a:xfrm flipH="1" flipV="1">
            <a:off x="2764971" y="4219356"/>
            <a:ext cx="9427029" cy="2638644"/>
          </a:xfrm>
          <a:prstGeom prst="rect">
            <a:avLst/>
          </a:prstGeom>
          <a:gradFill flip="none" rotWithShape="1">
            <a:gsLst>
              <a:gs pos="0">
                <a:schemeClr val="accent3"/>
              </a:gs>
              <a:gs pos="52000">
                <a:schemeClr val="bg2">
                  <a:alpha val="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5" name="Retângulo 4">
            <a:extLst>
              <a:ext uri="{FF2B5EF4-FFF2-40B4-BE49-F238E27FC236}">
                <a16:creationId xmlns:a16="http://schemas.microsoft.com/office/drawing/2014/main" id="{826BBCE4-74E2-A371-85F6-5E780BA94CAA}"/>
              </a:ext>
            </a:extLst>
          </p:cNvPr>
          <p:cNvSpPr/>
          <p:nvPr/>
        </p:nvSpPr>
        <p:spPr>
          <a:xfrm flipV="1">
            <a:off x="1524" y="1858018"/>
            <a:ext cx="12188952" cy="4999982"/>
          </a:xfrm>
          <a:prstGeom prst="rect">
            <a:avLst/>
          </a:prstGeom>
          <a:gradFill>
            <a:gsLst>
              <a:gs pos="28000">
                <a:schemeClr val="bg2"/>
              </a:gs>
              <a:gs pos="56000">
                <a:schemeClr val="bg2">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4" name="Conector Reto 3">
            <a:extLst>
              <a:ext uri="{FF2B5EF4-FFF2-40B4-BE49-F238E27FC236}">
                <a16:creationId xmlns:a16="http://schemas.microsoft.com/office/drawing/2014/main" id="{6E400EE4-4D39-7F3B-C68E-A9F042877A92}"/>
              </a:ext>
            </a:extLst>
          </p:cNvPr>
          <p:cNvCxnSpPr>
            <a:cxnSpLocks/>
          </p:cNvCxnSpPr>
          <p:nvPr/>
        </p:nvCxnSpPr>
        <p:spPr>
          <a:xfrm flipH="1">
            <a:off x="394716" y="486815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9" name="Título 10">
            <a:extLst>
              <a:ext uri="{FF2B5EF4-FFF2-40B4-BE49-F238E27FC236}">
                <a16:creationId xmlns:a16="http://schemas.microsoft.com/office/drawing/2014/main" id="{2548AAB2-8D73-965E-CC0B-7865E812CACE}"/>
              </a:ext>
            </a:extLst>
          </p:cNvPr>
          <p:cNvSpPr>
            <a:spLocks noGrp="1"/>
          </p:cNvSpPr>
          <p:nvPr>
            <p:ph type="title"/>
          </p:nvPr>
        </p:nvSpPr>
        <p:spPr>
          <a:xfrm>
            <a:off x="6477001" y="5056104"/>
            <a:ext cx="5320284" cy="1322290"/>
          </a:xfrm>
        </p:spPr>
        <p:txBody>
          <a:bodyPr rtlCol="0" anchor="t"/>
          <a:lstStyle>
            <a:lvl1pPr algn="r">
              <a:lnSpc>
                <a:spcPct val="120000"/>
              </a:lnSpc>
              <a:spcBef>
                <a:spcPts val="1000"/>
              </a:spcBef>
              <a:defRPr sz="2000">
                <a:latin typeface="+mn-lt"/>
              </a:defRPr>
            </a:lvl1pPr>
          </a:lstStyle>
          <a:p>
            <a:pPr rtl="0"/>
            <a:r>
              <a:rPr lang="pt-br"/>
              <a:t>Clique para editar o estilo de título Mestre</a:t>
            </a:r>
          </a:p>
        </p:txBody>
      </p:sp>
      <p:sp>
        <p:nvSpPr>
          <p:cNvPr id="14" name="Espaço Reservado para Data 13">
            <a:extLst>
              <a:ext uri="{FF2B5EF4-FFF2-40B4-BE49-F238E27FC236}">
                <a16:creationId xmlns:a16="http://schemas.microsoft.com/office/drawing/2014/main" id="{459F1889-15CA-49B5-957D-AFEE32125C96}"/>
              </a:ext>
            </a:extLst>
          </p:cNvPr>
          <p:cNvSpPr>
            <a:spLocks noGrp="1"/>
          </p:cNvSpPr>
          <p:nvPr>
            <p:ph type="dt" sz="half" idx="14"/>
          </p:nvPr>
        </p:nvSpPr>
        <p:spPr/>
        <p:txBody>
          <a:bodyPr rtlCol="0"/>
          <a:lstStyle/>
          <a:p>
            <a:pPr rtl="0"/>
            <a:r>
              <a:rPr lang="en-US"/>
              <a:t>24/11/2025</a:t>
            </a:r>
          </a:p>
        </p:txBody>
      </p:sp>
      <p:sp>
        <p:nvSpPr>
          <p:cNvPr id="15" name="Espaço Reservado para Rodapé 14">
            <a:extLst>
              <a:ext uri="{FF2B5EF4-FFF2-40B4-BE49-F238E27FC236}">
                <a16:creationId xmlns:a16="http://schemas.microsoft.com/office/drawing/2014/main" id="{08B8EC79-A8CC-7A55-D80D-9F557250E751}"/>
              </a:ext>
            </a:extLst>
          </p:cNvPr>
          <p:cNvSpPr>
            <a:spLocks noGrp="1"/>
          </p:cNvSpPr>
          <p:nvPr>
            <p:ph type="ftr" sz="quarter" idx="15"/>
          </p:nvPr>
        </p:nvSpPr>
        <p:spPr/>
        <p:txBody>
          <a:bodyPr rtlCol="0"/>
          <a:lstStyle/>
          <a:p>
            <a:pPr rtl="0"/>
            <a:r>
              <a:rPr lang="pt-br"/>
              <a:t>Amostra de Texto de Rodapé</a:t>
            </a:r>
          </a:p>
        </p:txBody>
      </p:sp>
      <p:sp>
        <p:nvSpPr>
          <p:cNvPr id="16" name="Espaço Reservado para o Número do Slide 15">
            <a:extLst>
              <a:ext uri="{FF2B5EF4-FFF2-40B4-BE49-F238E27FC236}">
                <a16:creationId xmlns:a16="http://schemas.microsoft.com/office/drawing/2014/main" id="{20317C40-C1F7-2A61-6EFC-9DBC5587444B}"/>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8" name="Espaço Reservado para Conteúdo 9">
            <a:extLst>
              <a:ext uri="{FF2B5EF4-FFF2-40B4-BE49-F238E27FC236}">
                <a16:creationId xmlns:a16="http://schemas.microsoft.com/office/drawing/2014/main" id="{D9D57452-6086-AD7E-BB02-6CEEDA958256}"/>
              </a:ext>
            </a:extLst>
          </p:cNvPr>
          <p:cNvSpPr>
            <a:spLocks noGrp="1"/>
          </p:cNvSpPr>
          <p:nvPr>
            <p:ph sz="quarter" idx="17" hasCustomPrompt="1"/>
          </p:nvPr>
        </p:nvSpPr>
        <p:spPr>
          <a:xfrm>
            <a:off x="274638" y="965289"/>
            <a:ext cx="11087974" cy="3423256"/>
          </a:xfrm>
        </p:spPr>
        <p:txBody>
          <a:bodyPr rtlCol="0" anchor="t"/>
          <a:lstStyle>
            <a:lvl1pPr>
              <a:lnSpc>
                <a:spcPct val="85000"/>
              </a:lnSpc>
              <a:defRPr sz="24400">
                <a:solidFill>
                  <a:schemeClr val="tx1"/>
                </a:solidFill>
                <a:latin typeface="+mj-lt"/>
              </a:defRPr>
            </a:lvl1pPr>
          </a:lstStyle>
          <a:p>
            <a:pPr lvl="0" rtl="0"/>
            <a:r>
              <a:rPr lang="pt-br"/>
              <a:t>##%</a:t>
            </a:r>
          </a:p>
        </p:txBody>
      </p:sp>
    </p:spTree>
    <p:extLst>
      <p:ext uri="{BB962C8B-B14F-4D97-AF65-F5344CB8AC3E}">
        <p14:creationId xmlns:p14="http://schemas.microsoft.com/office/powerpoint/2010/main" val="12257259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Número Grande 4">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81D28BDD-509C-1D92-D003-9C8B1DAEC620}"/>
              </a:ext>
            </a:extLst>
          </p:cNvPr>
          <p:cNvSpPr/>
          <p:nvPr/>
        </p:nvSpPr>
        <p:spPr>
          <a:xfrm flipH="1" flipV="1">
            <a:off x="-1" y="2200164"/>
            <a:ext cx="12192000" cy="4657836"/>
          </a:xfrm>
          <a:prstGeom prst="rect">
            <a:avLst/>
          </a:prstGeom>
          <a:gradFill>
            <a:gsLst>
              <a:gs pos="0">
                <a:schemeClr val="accent2"/>
              </a:gs>
              <a:gs pos="47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1" name="Retângulo 10">
            <a:extLst>
              <a:ext uri="{FF2B5EF4-FFF2-40B4-BE49-F238E27FC236}">
                <a16:creationId xmlns:a16="http://schemas.microsoft.com/office/drawing/2014/main" id="{F6789B03-A237-8E25-DB32-95E92EBCC3A2}"/>
              </a:ext>
            </a:extLst>
          </p:cNvPr>
          <p:cNvSpPr/>
          <p:nvPr/>
        </p:nvSpPr>
        <p:spPr>
          <a:xfrm rot="10800000" flipH="1" flipV="1">
            <a:off x="5325644" y="726090"/>
            <a:ext cx="6866356" cy="6131909"/>
          </a:xfrm>
          <a:prstGeom prst="rect">
            <a:avLst/>
          </a:prstGeom>
          <a:gradFill flip="none" rotWithShape="1">
            <a:gsLst>
              <a:gs pos="20000">
                <a:schemeClr val="accent3">
                  <a:lumMod val="60000"/>
                  <a:lumOff val="40000"/>
                  <a:alpha val="67000"/>
                </a:schemeClr>
              </a:gs>
              <a:gs pos="5000">
                <a:schemeClr val="tx2">
                  <a:alpha val="94000"/>
                </a:schemeClr>
              </a:gs>
              <a:gs pos="70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8" name="Retângulo 17">
            <a:extLst>
              <a:ext uri="{FF2B5EF4-FFF2-40B4-BE49-F238E27FC236}">
                <a16:creationId xmlns:a16="http://schemas.microsoft.com/office/drawing/2014/main" id="{7B651B9B-74D4-3A3F-E369-214B13D8B83C}"/>
              </a:ext>
            </a:extLst>
          </p:cNvPr>
          <p:cNvSpPr/>
          <p:nvPr/>
        </p:nvSpPr>
        <p:spPr>
          <a:xfrm rot="16200000" flipV="1">
            <a:off x="6683189" y="1349189"/>
            <a:ext cx="6858000" cy="4159622"/>
          </a:xfrm>
          <a:prstGeom prst="rect">
            <a:avLst/>
          </a:prstGeom>
          <a:gradFill>
            <a:gsLst>
              <a:gs pos="0">
                <a:schemeClr val="accent1">
                  <a:lumMod val="75000"/>
                </a:schemeClr>
              </a:gs>
              <a:gs pos="63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4" name="Conector Reto 3">
            <a:extLst>
              <a:ext uri="{FF2B5EF4-FFF2-40B4-BE49-F238E27FC236}">
                <a16:creationId xmlns:a16="http://schemas.microsoft.com/office/drawing/2014/main" id="{6E400EE4-4D39-7F3B-C68E-A9F042877A92}"/>
              </a:ext>
            </a:extLst>
          </p:cNvPr>
          <p:cNvCxnSpPr>
            <a:cxnSpLocks/>
          </p:cNvCxnSpPr>
          <p:nvPr/>
        </p:nvCxnSpPr>
        <p:spPr>
          <a:xfrm flipH="1">
            <a:off x="394716" y="487636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8" name="Título 10">
            <a:extLst>
              <a:ext uri="{FF2B5EF4-FFF2-40B4-BE49-F238E27FC236}">
                <a16:creationId xmlns:a16="http://schemas.microsoft.com/office/drawing/2014/main" id="{6E27F960-EB1F-031C-F95C-2380BB06B5E8}"/>
              </a:ext>
            </a:extLst>
          </p:cNvPr>
          <p:cNvSpPr>
            <a:spLocks noGrp="1"/>
          </p:cNvSpPr>
          <p:nvPr>
            <p:ph type="title"/>
          </p:nvPr>
        </p:nvSpPr>
        <p:spPr>
          <a:xfrm>
            <a:off x="1885949" y="5125006"/>
            <a:ext cx="8420100" cy="728222"/>
          </a:xfrm>
        </p:spPr>
        <p:txBody>
          <a:bodyPr rtlCol="0" anchor="ctr"/>
          <a:lstStyle>
            <a:lvl1pPr algn="ctr">
              <a:lnSpc>
                <a:spcPct val="120000"/>
              </a:lnSpc>
              <a:spcBef>
                <a:spcPts val="1000"/>
              </a:spcBef>
              <a:defRPr sz="2000">
                <a:latin typeface="+mn-lt"/>
              </a:defRPr>
            </a:lvl1pPr>
          </a:lstStyle>
          <a:p>
            <a:pPr rtl="0"/>
            <a:r>
              <a:rPr lang="pt-br"/>
              <a:t>Clique para editar o estilo de título Mestre</a:t>
            </a:r>
          </a:p>
        </p:txBody>
      </p:sp>
      <p:sp>
        <p:nvSpPr>
          <p:cNvPr id="6" name="Espaço Reservado para Conteúdo 9">
            <a:extLst>
              <a:ext uri="{FF2B5EF4-FFF2-40B4-BE49-F238E27FC236}">
                <a16:creationId xmlns:a16="http://schemas.microsoft.com/office/drawing/2014/main" id="{A34236BC-4366-0C69-F209-C904D38401F8}"/>
              </a:ext>
            </a:extLst>
          </p:cNvPr>
          <p:cNvSpPr>
            <a:spLocks noGrp="1"/>
          </p:cNvSpPr>
          <p:nvPr>
            <p:ph sz="quarter" idx="17" hasCustomPrompt="1"/>
          </p:nvPr>
        </p:nvSpPr>
        <p:spPr>
          <a:xfrm>
            <a:off x="723900" y="726090"/>
            <a:ext cx="10744200" cy="3860382"/>
          </a:xfrm>
        </p:spPr>
        <p:txBody>
          <a:bodyPr rtlCol="0" anchor="b"/>
          <a:lstStyle>
            <a:lvl1pPr algn="ctr">
              <a:lnSpc>
                <a:spcPct val="85000"/>
              </a:lnSpc>
              <a:defRPr sz="25500">
                <a:solidFill>
                  <a:schemeClr val="tx1"/>
                </a:solidFill>
                <a:latin typeface="+mj-lt"/>
              </a:defRPr>
            </a:lvl1pPr>
          </a:lstStyle>
          <a:p>
            <a:pPr lvl="0" rtl="0"/>
            <a:r>
              <a:rPr lang="pt-br"/>
              <a:t>##%</a:t>
            </a:r>
          </a:p>
        </p:txBody>
      </p:sp>
      <p:cxnSp>
        <p:nvCxnSpPr>
          <p:cNvPr id="14" name="Conector Reto 13">
            <a:extLst>
              <a:ext uri="{FF2B5EF4-FFF2-40B4-BE49-F238E27FC236}">
                <a16:creationId xmlns:a16="http://schemas.microsoft.com/office/drawing/2014/main" id="{417591FD-2E75-A22D-FBA7-02D7E815F645}"/>
              </a:ext>
            </a:extLst>
          </p:cNvPr>
          <p:cNvCxnSpPr>
            <a:cxnSpLocks/>
          </p:cNvCxnSpPr>
          <p:nvPr/>
        </p:nvCxnSpPr>
        <p:spPr>
          <a:xfrm flipH="1">
            <a:off x="394716" y="6091872"/>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5" name="Espaço Reservado para Data 14">
            <a:extLst>
              <a:ext uri="{FF2B5EF4-FFF2-40B4-BE49-F238E27FC236}">
                <a16:creationId xmlns:a16="http://schemas.microsoft.com/office/drawing/2014/main" id="{38FB55F3-AB08-16DF-AAC9-DD747B27C4E2}"/>
              </a:ext>
            </a:extLst>
          </p:cNvPr>
          <p:cNvSpPr>
            <a:spLocks noGrp="1"/>
          </p:cNvSpPr>
          <p:nvPr>
            <p:ph type="dt" sz="half" idx="14"/>
          </p:nvPr>
        </p:nvSpPr>
        <p:spPr>
          <a:xfrm>
            <a:off x="301752" y="6286290"/>
            <a:ext cx="1759288" cy="365760"/>
          </a:xfrm>
        </p:spPr>
        <p:txBody>
          <a:bodyPr rtlCol="0"/>
          <a:lstStyle/>
          <a:p>
            <a:pPr rtl="0"/>
            <a:r>
              <a:rPr lang="en-US"/>
              <a:t>24/11/2025</a:t>
            </a:r>
          </a:p>
        </p:txBody>
      </p:sp>
      <p:sp>
        <p:nvSpPr>
          <p:cNvPr id="16" name="Espaço Reservado para Rodapé 15">
            <a:extLst>
              <a:ext uri="{FF2B5EF4-FFF2-40B4-BE49-F238E27FC236}">
                <a16:creationId xmlns:a16="http://schemas.microsoft.com/office/drawing/2014/main" id="{E16155A7-4EE1-631B-DE09-AD84BEA5F71F}"/>
              </a:ext>
            </a:extLst>
          </p:cNvPr>
          <p:cNvSpPr>
            <a:spLocks noGrp="1"/>
          </p:cNvSpPr>
          <p:nvPr>
            <p:ph type="ftr" sz="quarter" idx="15"/>
          </p:nvPr>
        </p:nvSpPr>
        <p:spPr>
          <a:xfrm>
            <a:off x="7622485" y="6286290"/>
            <a:ext cx="2509284" cy="365760"/>
          </a:xfrm>
        </p:spPr>
        <p:txBody>
          <a:bodyPr rtlCol="0"/>
          <a:lstStyle/>
          <a:p>
            <a:pPr rtl="0"/>
            <a:r>
              <a:rPr lang="pt-br"/>
              <a:t>Amostra de Texto de Rodapé</a:t>
            </a:r>
          </a:p>
        </p:txBody>
      </p:sp>
      <p:sp>
        <p:nvSpPr>
          <p:cNvPr id="17" name="Espaço Reservado para o Número do Slide 16">
            <a:extLst>
              <a:ext uri="{FF2B5EF4-FFF2-40B4-BE49-F238E27FC236}">
                <a16:creationId xmlns:a16="http://schemas.microsoft.com/office/drawing/2014/main" id="{5711E54C-F006-9166-CC7B-F217541169AB}"/>
              </a:ext>
            </a:extLst>
          </p:cNvPr>
          <p:cNvSpPr>
            <a:spLocks noGrp="1"/>
          </p:cNvSpPr>
          <p:nvPr>
            <p:ph type="sldNum" sz="quarter" idx="16"/>
          </p:nvPr>
        </p:nvSpPr>
        <p:spPr>
          <a:xfrm>
            <a:off x="11300323" y="6286290"/>
            <a:ext cx="605475" cy="365760"/>
          </a:xfrm>
        </p:spPr>
        <p:txBody>
          <a:bodyPr rtlCol="0"/>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18449319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emonstrativo">
    <p:spTree>
      <p:nvGrpSpPr>
        <p:cNvPr id="1" name=""/>
        <p:cNvGrpSpPr/>
        <p:nvPr/>
      </p:nvGrpSpPr>
      <p:grpSpPr>
        <a:xfrm>
          <a:off x="0" y="0"/>
          <a:ext cx="0" cy="0"/>
          <a:chOff x="0" y="0"/>
          <a:chExt cx="0" cy="0"/>
        </a:xfrm>
      </p:grpSpPr>
      <p:sp>
        <p:nvSpPr>
          <p:cNvPr id="21" name="Retângulo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Retângulo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3" name="Retângulo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rtlCol="0"/>
          <a:lstStyle/>
          <a:p>
            <a:pPr rtl="0"/>
            <a:r>
              <a:rPr lang="pt-br"/>
              <a:t>Clique para editar o estilo de título Mestre</a:t>
            </a:r>
          </a:p>
        </p:txBody>
      </p:sp>
      <p:sp>
        <p:nvSpPr>
          <p:cNvPr id="3" name="Retângulo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4" name="Retângulo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6" name="Espaço Reservado para Data 5">
            <a:extLst>
              <a:ext uri="{FF2B5EF4-FFF2-40B4-BE49-F238E27FC236}">
                <a16:creationId xmlns:a16="http://schemas.microsoft.com/office/drawing/2014/main" id="{E9E12D21-0607-5120-F81C-6E1DA0652CFB}"/>
              </a:ext>
            </a:extLst>
          </p:cNvPr>
          <p:cNvSpPr>
            <a:spLocks noGrp="1"/>
          </p:cNvSpPr>
          <p:nvPr>
            <p:ph type="dt" sz="half" idx="14"/>
          </p:nvPr>
        </p:nvSpPr>
        <p:spPr/>
        <p:txBody>
          <a:bodyPr rtlCol="0"/>
          <a:lstStyle/>
          <a:p>
            <a:pPr rtl="0"/>
            <a:r>
              <a:rPr lang="en-US"/>
              <a:t>24/11/2025</a:t>
            </a:r>
          </a:p>
        </p:txBody>
      </p:sp>
      <p:sp>
        <p:nvSpPr>
          <p:cNvPr id="8" name="Espaço Reservado para Rodapé 7">
            <a:extLst>
              <a:ext uri="{FF2B5EF4-FFF2-40B4-BE49-F238E27FC236}">
                <a16:creationId xmlns:a16="http://schemas.microsoft.com/office/drawing/2014/main" id="{E0E9E314-CB58-F3CE-7C32-D6103621A2D5}"/>
              </a:ext>
            </a:extLst>
          </p:cNvPr>
          <p:cNvSpPr>
            <a:spLocks noGrp="1"/>
          </p:cNvSpPr>
          <p:nvPr>
            <p:ph type="ftr" sz="quarter" idx="15"/>
          </p:nvPr>
        </p:nvSpPr>
        <p:spPr/>
        <p:txBody>
          <a:bodyPr rtlCol="0"/>
          <a:lstStyle/>
          <a:p>
            <a:pPr rtl="0"/>
            <a:r>
              <a:rPr lang="pt-br"/>
              <a:t>Amostra de Texto de Rodapé</a:t>
            </a:r>
          </a:p>
        </p:txBody>
      </p:sp>
      <p:sp>
        <p:nvSpPr>
          <p:cNvPr id="9" name="Espaço Reservado para o Número do Slide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0" name="Espaço Reservado para Conteúdo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rtlCol="0"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23031909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Demonstrativo 2">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D2CF1CF0-C3ED-5EA1-C726-EBAC66FC459E}"/>
              </a:ext>
            </a:extLst>
          </p:cNvPr>
          <p:cNvGrpSpPr/>
          <p:nvPr/>
        </p:nvGrpSpPr>
        <p:grpSpPr>
          <a:xfrm rot="10800000">
            <a:off x="1" y="0"/>
            <a:ext cx="12190476" cy="6858000"/>
            <a:chOff x="-9781" y="3912"/>
            <a:chExt cx="12211365" cy="6858000"/>
          </a:xfrm>
        </p:grpSpPr>
        <p:sp>
          <p:nvSpPr>
            <p:cNvPr id="5" name="Retângulo 4">
              <a:extLst>
                <a:ext uri="{FF2B5EF4-FFF2-40B4-BE49-F238E27FC236}">
                  <a16:creationId xmlns:a16="http://schemas.microsoft.com/office/drawing/2014/main" id="{09BA6A3A-21BC-BCE6-BC2B-B42FA75A49EF}"/>
                </a:ext>
              </a:extLst>
            </p:cNvPr>
            <p:cNvSpPr/>
            <p:nvPr/>
          </p:nvSpPr>
          <p:spPr>
            <a:xfrm>
              <a:off x="-9780" y="3912"/>
              <a:ext cx="1220983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10" name="Retângulo 9">
              <a:extLst>
                <a:ext uri="{FF2B5EF4-FFF2-40B4-BE49-F238E27FC236}">
                  <a16:creationId xmlns:a16="http://schemas.microsoft.com/office/drawing/2014/main" id="{2FB24053-097C-6D55-5E0C-0603408E5C88}"/>
                </a:ext>
              </a:extLst>
            </p:cNvPr>
            <p:cNvSpPr/>
            <p:nvPr/>
          </p:nvSpPr>
          <p:spPr>
            <a:xfrm rot="5400000" flipH="1">
              <a:off x="2666140" y="-2672008"/>
              <a:ext cx="6857996" cy="12209838"/>
            </a:xfrm>
            <a:prstGeom prst="rect">
              <a:avLst/>
            </a:prstGeom>
            <a:gradFill>
              <a:gsLst>
                <a:gs pos="0">
                  <a:schemeClr val="accent3">
                    <a:lumMod val="60000"/>
                    <a:lumOff val="40000"/>
                  </a:schemeClr>
                </a:gs>
                <a:gs pos="65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tângulo 10">
              <a:extLst>
                <a:ext uri="{FF2B5EF4-FFF2-40B4-BE49-F238E27FC236}">
                  <a16:creationId xmlns:a16="http://schemas.microsoft.com/office/drawing/2014/main" id="{67536FF5-9154-5325-5E33-F0EC96653800}"/>
                </a:ext>
              </a:extLst>
            </p:cNvPr>
            <p:cNvSpPr/>
            <p:nvPr/>
          </p:nvSpPr>
          <p:spPr>
            <a:xfrm rot="16200000" flipH="1">
              <a:off x="2666139" y="-2672007"/>
              <a:ext cx="6858000" cy="12209838"/>
            </a:xfrm>
            <a:prstGeom prst="rect">
              <a:avLst/>
            </a:prstGeom>
            <a:gradFill flip="none" rotWithShape="1">
              <a:gsLst>
                <a:gs pos="0">
                  <a:schemeClr val="accent1">
                    <a:lumMod val="75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tângulo 11">
              <a:extLst>
                <a:ext uri="{FF2B5EF4-FFF2-40B4-BE49-F238E27FC236}">
                  <a16:creationId xmlns:a16="http://schemas.microsoft.com/office/drawing/2014/main" id="{4BFC185B-E462-A41C-3F22-C8625064206D}"/>
                </a:ext>
              </a:extLst>
            </p:cNvPr>
            <p:cNvSpPr/>
            <p:nvPr/>
          </p:nvSpPr>
          <p:spPr>
            <a:xfrm rot="5400000">
              <a:off x="4173989" y="-1164157"/>
              <a:ext cx="3842298" cy="12209838"/>
            </a:xfrm>
            <a:prstGeom prst="rect">
              <a:avLst/>
            </a:prstGeom>
            <a:gradFill>
              <a:gsLst>
                <a:gs pos="0">
                  <a:schemeClr val="accent6"/>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tângulo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5681150" y="3912"/>
              <a:ext cx="6520434" cy="6858000"/>
            </a:xfrm>
            <a:prstGeom prst="rect">
              <a:avLst/>
            </a:prstGeom>
            <a:gradFill flip="none" rotWithShape="1">
              <a:gsLst>
                <a:gs pos="8000">
                  <a:schemeClr val="bg2"/>
                </a:gs>
                <a:gs pos="71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rtlCol="0"/>
          <a:lstStyle/>
          <a:p>
            <a:pPr rtl="0"/>
            <a:r>
              <a:rPr lang="pt-br"/>
              <a:t>Clique para editar o estilo de título Mestre</a:t>
            </a:r>
          </a:p>
        </p:txBody>
      </p:sp>
      <p:sp>
        <p:nvSpPr>
          <p:cNvPr id="6" name="Espaço Reservado para Data 5">
            <a:extLst>
              <a:ext uri="{FF2B5EF4-FFF2-40B4-BE49-F238E27FC236}">
                <a16:creationId xmlns:a16="http://schemas.microsoft.com/office/drawing/2014/main" id="{E9E12D21-0607-5120-F81C-6E1DA0652CFB}"/>
              </a:ext>
            </a:extLst>
          </p:cNvPr>
          <p:cNvSpPr>
            <a:spLocks noGrp="1"/>
          </p:cNvSpPr>
          <p:nvPr>
            <p:ph type="dt" sz="half" idx="14"/>
          </p:nvPr>
        </p:nvSpPr>
        <p:spPr/>
        <p:txBody>
          <a:bodyPr rtlCol="0"/>
          <a:lstStyle/>
          <a:p>
            <a:pPr rtl="0"/>
            <a:r>
              <a:rPr lang="en-US"/>
              <a:t>24/11/2025</a:t>
            </a:r>
          </a:p>
        </p:txBody>
      </p:sp>
      <p:sp>
        <p:nvSpPr>
          <p:cNvPr id="8" name="Espaço Reservado para Rodapé 7">
            <a:extLst>
              <a:ext uri="{FF2B5EF4-FFF2-40B4-BE49-F238E27FC236}">
                <a16:creationId xmlns:a16="http://schemas.microsoft.com/office/drawing/2014/main" id="{E0E9E314-CB58-F3CE-7C32-D6103621A2D5}"/>
              </a:ext>
            </a:extLst>
          </p:cNvPr>
          <p:cNvSpPr>
            <a:spLocks noGrp="1"/>
          </p:cNvSpPr>
          <p:nvPr>
            <p:ph type="ftr" sz="quarter" idx="15"/>
          </p:nvPr>
        </p:nvSpPr>
        <p:spPr/>
        <p:txBody>
          <a:bodyPr rtlCol="0"/>
          <a:lstStyle/>
          <a:p>
            <a:pPr rtl="0"/>
            <a:r>
              <a:rPr lang="pt-br"/>
              <a:t>Amostra de Texto de Rodapé</a:t>
            </a:r>
          </a:p>
        </p:txBody>
      </p:sp>
      <p:sp>
        <p:nvSpPr>
          <p:cNvPr id="9" name="Espaço Reservado para o Número do Slide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66900" y="1926628"/>
            <a:ext cx="8420099" cy="3229900"/>
          </a:xfrm>
        </p:spPr>
        <p:txBody>
          <a:bodyPr rtlCol="0" anchor="ctr">
            <a:normAutofit/>
          </a:bodyPr>
          <a:lstStyle>
            <a:lvl1pPr marL="0" indent="0" algn="ctr">
              <a:lnSpc>
                <a:spcPct val="100000"/>
              </a:lnSpc>
              <a:buNone/>
              <a:defRPr sz="5400" b="0">
                <a:solidFill>
                  <a:schemeClr val="tx1"/>
                </a:solidFill>
              </a:defRPr>
            </a:lvl1pPr>
            <a:lvl2pPr marL="228600" indent="0" algn="ctr">
              <a:lnSpc>
                <a:spcPct val="100000"/>
              </a:lnSpc>
              <a:buNone/>
              <a:defRPr sz="4800" b="0">
                <a:solidFill>
                  <a:schemeClr val="tx1"/>
                </a:solidFill>
              </a:defRPr>
            </a:lvl2pPr>
            <a:lvl3pPr marL="457200" indent="0" algn="ctr">
              <a:lnSpc>
                <a:spcPct val="100000"/>
              </a:lnSpc>
              <a:buNone/>
              <a:defRPr sz="4400" b="0">
                <a:solidFill>
                  <a:schemeClr val="tx1"/>
                </a:solidFill>
              </a:defRPr>
            </a:lvl3pPr>
            <a:lvl4pPr marL="685800" indent="0" algn="ctr">
              <a:lnSpc>
                <a:spcPct val="100000"/>
              </a:lnSpc>
              <a:buNone/>
              <a:defRPr sz="4000" b="0">
                <a:solidFill>
                  <a:schemeClr val="tx1"/>
                </a:solidFill>
              </a:defRPr>
            </a:lvl4pPr>
            <a:lvl5pPr marL="914400" indent="0" algn="ctr">
              <a:lnSpc>
                <a:spcPct val="100000"/>
              </a:lnSpc>
              <a:buNone/>
              <a:defRPr sz="3600" b="0">
                <a:solidFill>
                  <a:schemeClr val="tx1"/>
                </a:solidFill>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26854705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Declaração 3">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8FC5C2AD-3C50-C089-D649-A6D2273BB610}"/>
              </a:ext>
            </a:extLst>
          </p:cNvPr>
          <p:cNvSpPr/>
          <p:nvPr/>
        </p:nvSpPr>
        <p:spPr>
          <a:xfrm rot="16200000" flipH="1">
            <a:off x="5328160" y="-27729"/>
            <a:ext cx="1537858" cy="12189821"/>
          </a:xfrm>
          <a:prstGeom prst="rect">
            <a:avLst/>
          </a:prstGeom>
          <a:gradFill>
            <a:gsLst>
              <a:gs pos="38000">
                <a:schemeClr val="accent1">
                  <a:lumMod val="75000"/>
                  <a:alpha val="0"/>
                </a:schemeClr>
              </a:gs>
              <a:gs pos="96000">
                <a:schemeClr val="accent3">
                  <a:lumMod val="60000"/>
                  <a:lumOff val="40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rtlCol="0"/>
          <a:lstStyle/>
          <a:p>
            <a:pPr rtl="0"/>
            <a:r>
              <a:rPr lang="pt-br"/>
              <a:t>Clique para editar o estilo de título Mestre</a:t>
            </a:r>
          </a:p>
        </p:txBody>
      </p:sp>
      <p:sp>
        <p:nvSpPr>
          <p:cNvPr id="6" name="Espaço Reservado para Data 5">
            <a:extLst>
              <a:ext uri="{FF2B5EF4-FFF2-40B4-BE49-F238E27FC236}">
                <a16:creationId xmlns:a16="http://schemas.microsoft.com/office/drawing/2014/main" id="{E9E12D21-0607-5120-F81C-6E1DA0652CFB}"/>
              </a:ext>
            </a:extLst>
          </p:cNvPr>
          <p:cNvSpPr>
            <a:spLocks noGrp="1"/>
          </p:cNvSpPr>
          <p:nvPr>
            <p:ph type="dt" sz="half" idx="14"/>
          </p:nvPr>
        </p:nvSpPr>
        <p:spPr/>
        <p:txBody>
          <a:bodyPr rtlCol="0"/>
          <a:lstStyle/>
          <a:p>
            <a:pPr rtl="0"/>
            <a:r>
              <a:rPr lang="en-US"/>
              <a:t>24/11/2025</a:t>
            </a:r>
          </a:p>
        </p:txBody>
      </p:sp>
      <p:sp>
        <p:nvSpPr>
          <p:cNvPr id="8" name="Espaço Reservado para Rodapé 7">
            <a:extLst>
              <a:ext uri="{FF2B5EF4-FFF2-40B4-BE49-F238E27FC236}">
                <a16:creationId xmlns:a16="http://schemas.microsoft.com/office/drawing/2014/main" id="{E0E9E314-CB58-F3CE-7C32-D6103621A2D5}"/>
              </a:ext>
            </a:extLst>
          </p:cNvPr>
          <p:cNvSpPr>
            <a:spLocks noGrp="1"/>
          </p:cNvSpPr>
          <p:nvPr>
            <p:ph type="ftr" sz="quarter" idx="15"/>
          </p:nvPr>
        </p:nvSpPr>
        <p:spPr/>
        <p:txBody>
          <a:bodyPr rtlCol="0"/>
          <a:lstStyle/>
          <a:p>
            <a:pPr rtl="0"/>
            <a:r>
              <a:rPr lang="pt-br"/>
              <a:t>Amostra de Texto de Rodapé</a:t>
            </a:r>
          </a:p>
        </p:txBody>
      </p:sp>
      <p:sp>
        <p:nvSpPr>
          <p:cNvPr id="9" name="Espaço Reservado para o Número do Slide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0" name="Retângulo 9">
            <a:extLst>
              <a:ext uri="{FF2B5EF4-FFF2-40B4-BE49-F238E27FC236}">
                <a16:creationId xmlns:a16="http://schemas.microsoft.com/office/drawing/2014/main" id="{B6061286-C2FC-AEA2-F983-2178EAD2A63F}"/>
              </a:ext>
            </a:extLst>
          </p:cNvPr>
          <p:cNvSpPr/>
          <p:nvPr/>
        </p:nvSpPr>
        <p:spPr>
          <a:xfrm flipH="1" flipV="1">
            <a:off x="-3" y="2058528"/>
            <a:ext cx="8585201" cy="4799472"/>
          </a:xfrm>
          <a:prstGeom prst="rect">
            <a:avLst/>
          </a:prstGeom>
          <a:gradFill flip="none" rotWithShape="1">
            <a:gsLst>
              <a:gs pos="69000">
                <a:schemeClr val="accent1">
                  <a:alpha val="0"/>
                </a:schemeClr>
              </a:gs>
              <a:gs pos="30000">
                <a:schemeClr val="accent3">
                  <a:lumMod val="60000"/>
                  <a:lumOff val="40000"/>
                  <a:alpha val="47000"/>
                </a:schemeClr>
              </a:gs>
              <a:gs pos="0">
                <a:schemeClr val="tx1">
                  <a:alpha val="88000"/>
                </a:schemeClr>
              </a:gs>
              <a:gs pos="100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2" name="Retângulo 11">
            <a:extLst>
              <a:ext uri="{FF2B5EF4-FFF2-40B4-BE49-F238E27FC236}">
                <a16:creationId xmlns:a16="http://schemas.microsoft.com/office/drawing/2014/main" id="{94C601D0-F929-5C7E-ABB1-EDAE306F5314}"/>
              </a:ext>
            </a:extLst>
          </p:cNvPr>
          <p:cNvSpPr/>
          <p:nvPr/>
        </p:nvSpPr>
        <p:spPr>
          <a:xfrm>
            <a:off x="0" y="5298252"/>
            <a:ext cx="11044517" cy="1559747"/>
          </a:xfrm>
          <a:prstGeom prst="rect">
            <a:avLst/>
          </a:prstGeom>
          <a:gradFill>
            <a:gsLst>
              <a:gs pos="36000">
                <a:schemeClr val="accent6">
                  <a:alpha val="0"/>
                </a:schemeClr>
              </a:gs>
              <a:gs pos="91000">
                <a:schemeClr val="bg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1" name="Retângulo 10">
            <a:extLst>
              <a:ext uri="{FF2B5EF4-FFF2-40B4-BE49-F238E27FC236}">
                <a16:creationId xmlns:a16="http://schemas.microsoft.com/office/drawing/2014/main" id="{BEF0725A-63D2-3C07-3E64-787784EF748D}"/>
              </a:ext>
            </a:extLst>
          </p:cNvPr>
          <p:cNvSpPr/>
          <p:nvPr/>
        </p:nvSpPr>
        <p:spPr>
          <a:xfrm>
            <a:off x="-1" y="1719695"/>
            <a:ext cx="12189822" cy="35785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74320" y="952500"/>
            <a:ext cx="9296400" cy="3578557"/>
          </a:xfrm>
        </p:spPr>
        <p:txBody>
          <a:bodyPr rtlCol="0" anchor="t">
            <a:noAutofit/>
          </a:bodyPr>
          <a:lstStyle>
            <a:lvl1pPr marL="0" indent="0">
              <a:lnSpc>
                <a:spcPct val="100000"/>
              </a:lnSpc>
              <a:buNone/>
              <a:defRPr sz="50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3200" b="0">
                <a:solidFill>
                  <a:schemeClr val="tx1"/>
                </a:solidFill>
              </a:defRPr>
            </a:lvl3pPr>
            <a:lvl4pPr marL="685800" indent="0">
              <a:lnSpc>
                <a:spcPct val="100000"/>
              </a:lnSpc>
              <a:buNone/>
              <a:defRPr sz="3200" b="0">
                <a:solidFill>
                  <a:schemeClr val="tx1"/>
                </a:solidFill>
              </a:defRPr>
            </a:lvl4pPr>
            <a:lvl5pPr marL="914400" indent="0">
              <a:lnSpc>
                <a:spcPct val="100000"/>
              </a:lnSpc>
              <a:buNone/>
              <a:defRPr sz="3200" b="0">
                <a:solidFill>
                  <a:schemeClr val="tx1"/>
                </a:solidFill>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0550156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eclaração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rtlCol="0"/>
          <a:lstStyle/>
          <a:p>
            <a:pPr rtl="0"/>
            <a:r>
              <a:rPr lang="pt-br"/>
              <a:t>Clique para editar o estilo de título Mestre</a:t>
            </a:r>
          </a:p>
        </p:txBody>
      </p:sp>
      <p:sp>
        <p:nvSpPr>
          <p:cNvPr id="13" name="Retângulo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8055" y="3"/>
            <a:ext cx="5597866" cy="6857997"/>
          </a:xfrm>
          <a:prstGeom prst="rect">
            <a:avLst/>
          </a:prstGeom>
          <a:gradFill flip="none" rotWithShape="1">
            <a:gsLst>
              <a:gs pos="1149">
                <a:schemeClr val="bg2">
                  <a:alpha val="0"/>
                </a:schemeClr>
              </a:gs>
              <a:gs pos="31000">
                <a:schemeClr val="bg2"/>
              </a:gs>
              <a:gs pos="78000">
                <a:schemeClr val="accent6">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tângulo 9">
            <a:extLst>
              <a:ext uri="{FF2B5EF4-FFF2-40B4-BE49-F238E27FC236}">
                <a16:creationId xmlns:a16="http://schemas.microsoft.com/office/drawing/2014/main" id="{2FB24053-097C-6D55-5E0C-0603408E5C88}"/>
              </a:ext>
            </a:extLst>
          </p:cNvPr>
          <p:cNvSpPr/>
          <p:nvPr userDrawn="1"/>
        </p:nvSpPr>
        <p:spPr>
          <a:xfrm rot="16200000" flipH="1">
            <a:off x="-801968" y="801971"/>
            <a:ext cx="6647886" cy="5043946"/>
          </a:xfrm>
          <a:prstGeom prst="rect">
            <a:avLst/>
          </a:prstGeom>
          <a:gradFill flip="none" rotWithShape="1">
            <a:gsLst>
              <a:gs pos="0">
                <a:schemeClr val="accent3">
                  <a:lumMod val="60000"/>
                  <a:lumOff val="40000"/>
                </a:schemeClr>
              </a:gs>
              <a:gs pos="64000">
                <a:schemeClr val="accent1">
                  <a:lumMod val="75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Espaço Reservado para Data 5">
            <a:extLst>
              <a:ext uri="{FF2B5EF4-FFF2-40B4-BE49-F238E27FC236}">
                <a16:creationId xmlns:a16="http://schemas.microsoft.com/office/drawing/2014/main" id="{E9E12D21-0607-5120-F81C-6E1DA0652CFB}"/>
              </a:ext>
            </a:extLst>
          </p:cNvPr>
          <p:cNvSpPr>
            <a:spLocks noGrp="1"/>
          </p:cNvSpPr>
          <p:nvPr>
            <p:ph type="dt" sz="half" idx="14"/>
          </p:nvPr>
        </p:nvSpPr>
        <p:spPr/>
        <p:txBody>
          <a:bodyPr rtlCol="0"/>
          <a:lstStyle/>
          <a:p>
            <a:pPr rtl="0"/>
            <a:r>
              <a:rPr lang="en-US"/>
              <a:t>24/11/2025</a:t>
            </a:r>
          </a:p>
        </p:txBody>
      </p:sp>
      <p:sp>
        <p:nvSpPr>
          <p:cNvPr id="8" name="Espaço Reservado para Rodapé 7">
            <a:extLst>
              <a:ext uri="{FF2B5EF4-FFF2-40B4-BE49-F238E27FC236}">
                <a16:creationId xmlns:a16="http://schemas.microsoft.com/office/drawing/2014/main" id="{E0E9E314-CB58-F3CE-7C32-D6103621A2D5}"/>
              </a:ext>
            </a:extLst>
          </p:cNvPr>
          <p:cNvSpPr>
            <a:spLocks noGrp="1"/>
          </p:cNvSpPr>
          <p:nvPr>
            <p:ph type="ftr" sz="quarter" idx="15"/>
          </p:nvPr>
        </p:nvSpPr>
        <p:spPr>
          <a:xfrm>
            <a:off x="5212080" y="210114"/>
            <a:ext cx="2509284" cy="365760"/>
          </a:xfrm>
        </p:spPr>
        <p:txBody>
          <a:bodyPr rtlCol="0"/>
          <a:lstStyle/>
          <a:p>
            <a:pPr rtl="0"/>
            <a:r>
              <a:rPr lang="pt-br"/>
              <a:t>Exemplo de Texto de Rodapé</a:t>
            </a:r>
          </a:p>
        </p:txBody>
      </p:sp>
      <p:sp>
        <p:nvSpPr>
          <p:cNvPr id="9" name="Espaço Reservado para o Número do Slide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3" name="Retângulo 2">
            <a:extLst>
              <a:ext uri="{FF2B5EF4-FFF2-40B4-BE49-F238E27FC236}">
                <a16:creationId xmlns:a16="http://schemas.microsoft.com/office/drawing/2014/main" id="{B3000478-6B9C-F9F2-C4B5-C9452F94C79C}"/>
              </a:ext>
            </a:extLst>
          </p:cNvPr>
          <p:cNvSpPr/>
          <p:nvPr userDrawn="1"/>
        </p:nvSpPr>
        <p:spPr>
          <a:xfrm rot="5400000" flipH="1">
            <a:off x="-433217" y="436937"/>
            <a:ext cx="6838297" cy="6003826"/>
          </a:xfrm>
          <a:prstGeom prst="rect">
            <a:avLst/>
          </a:prstGeom>
          <a:gradFill flip="none" rotWithShape="1">
            <a:gsLst>
              <a:gs pos="23000">
                <a:schemeClr val="bg2"/>
              </a:gs>
              <a:gs pos="55000">
                <a:schemeClr val="bg2">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tângulo 10">
            <a:extLst>
              <a:ext uri="{FF2B5EF4-FFF2-40B4-BE49-F238E27FC236}">
                <a16:creationId xmlns:a16="http://schemas.microsoft.com/office/drawing/2014/main" id="{67536FF5-9154-5325-5E33-F0EC96653800}"/>
              </a:ext>
            </a:extLst>
          </p:cNvPr>
          <p:cNvSpPr/>
          <p:nvPr userDrawn="1"/>
        </p:nvSpPr>
        <p:spPr>
          <a:xfrm rot="5400000" flipH="1">
            <a:off x="3491683" y="1418303"/>
            <a:ext cx="1932033" cy="8947354"/>
          </a:xfrm>
          <a:prstGeom prst="rect">
            <a:avLst/>
          </a:prstGeom>
          <a:gradFill flip="none" rotWithShape="1">
            <a:gsLst>
              <a:gs pos="0">
                <a:schemeClr val="accent4"/>
              </a:gs>
              <a:gs pos="53000">
                <a:schemeClr val="bg2">
                  <a:alpha val="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Espaço Reservado para Conteúdo 9">
            <a:extLst>
              <a:ext uri="{FF2B5EF4-FFF2-40B4-BE49-F238E27FC236}">
                <a16:creationId xmlns:a16="http://schemas.microsoft.com/office/drawing/2014/main" id="{9EC4EF12-D46B-1903-6274-05152A8CAB65}"/>
              </a:ext>
            </a:extLst>
          </p:cNvPr>
          <p:cNvSpPr>
            <a:spLocks noGrp="1"/>
          </p:cNvSpPr>
          <p:nvPr>
            <p:ph sz="quarter" idx="17" hasCustomPrompt="1"/>
          </p:nvPr>
        </p:nvSpPr>
        <p:spPr>
          <a:xfrm>
            <a:off x="5212080" y="762000"/>
            <a:ext cx="5717459" cy="5334000"/>
          </a:xfrm>
        </p:spPr>
        <p:txBody>
          <a:bodyPr rtlCol="0" anchor="t">
            <a:normAutofit/>
          </a:bodyPr>
          <a:lstStyle>
            <a:lvl1pPr>
              <a:lnSpc>
                <a:spcPct val="100000"/>
              </a:lnSpc>
              <a:defRPr sz="4800"/>
            </a:lvl1pPr>
            <a:lvl2pPr>
              <a:lnSpc>
                <a:spcPct val="100000"/>
              </a:lnSpc>
              <a:defRPr sz="4400"/>
            </a:lvl2pPr>
            <a:lvl3pPr>
              <a:lnSpc>
                <a:spcPct val="100000"/>
              </a:lnSpc>
              <a:defRPr sz="4000"/>
            </a:lvl3pPr>
            <a:lvl4pPr>
              <a:lnSpc>
                <a:spcPct val="100000"/>
              </a:lnSpc>
              <a:defRPr sz="3600"/>
            </a:lvl4pPr>
            <a:lvl5pPr>
              <a:lnSpc>
                <a:spcPct val="100000"/>
              </a:lnSpc>
              <a:defRPr sz="3200"/>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41547328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itação">
    <p:spTree>
      <p:nvGrpSpPr>
        <p:cNvPr id="1" name=""/>
        <p:cNvGrpSpPr/>
        <p:nvPr/>
      </p:nvGrpSpPr>
      <p:grpSpPr>
        <a:xfrm>
          <a:off x="0" y="0"/>
          <a:ext cx="0" cy="0"/>
          <a:chOff x="0" y="0"/>
          <a:chExt cx="0" cy="0"/>
        </a:xfrm>
      </p:grpSpPr>
      <p:sp>
        <p:nvSpPr>
          <p:cNvPr id="13" name="Retângulo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8" name="Retângulo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solidFill>
                <a:schemeClr val="tx1"/>
              </a:solidFill>
            </a:endParaRPr>
          </a:p>
        </p:txBody>
      </p:sp>
      <p:sp>
        <p:nvSpPr>
          <p:cNvPr id="9" name="Retângulo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tângulo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rtlCol="0" anchor="ctr">
            <a:normAutofit/>
          </a:bodyPr>
          <a:lstStyle>
            <a:lvl1pPr marL="137160" indent="-137160">
              <a:lnSpc>
                <a:spcPct val="100000"/>
              </a:lnSpc>
              <a:defRPr sz="2000">
                <a:solidFill>
                  <a:schemeClr val="tx1"/>
                </a:solidFill>
              </a:defRPr>
            </a:lvl1pPr>
          </a:lstStyle>
          <a:p>
            <a:pPr rtl="0"/>
            <a:r>
              <a:rPr lang="pt-br"/>
              <a:t>Autor da Citação</a:t>
            </a:r>
          </a:p>
        </p:txBody>
      </p:sp>
      <p:sp>
        <p:nvSpPr>
          <p:cNvPr id="3" name="Espaço Reservado para Data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1"/>
                </a:solidFill>
              </a:defRPr>
            </a:lvl1pPr>
          </a:lstStyle>
          <a:p>
            <a:pPr rtl="0"/>
            <a:r>
              <a:rPr lang="en-US"/>
              <a:t>24/11/2025</a:t>
            </a:r>
          </a:p>
        </p:txBody>
      </p:sp>
      <p:sp>
        <p:nvSpPr>
          <p:cNvPr id="4" name="Espaço Reservado para Rodapé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1"/>
                </a:solidFill>
              </a:defRPr>
            </a:lvl1pPr>
          </a:lstStyle>
          <a:p>
            <a:pPr rtl="0"/>
            <a:fld id="{5E0677F5-4A8A-4BF1-96BE-3BAE8FBAFE2E}" type="slidenum">
              <a:rPr lang="en-US" smtClean="0"/>
              <a:pPr rtl="0"/>
              <a:t>‹nº›</a:t>
            </a:fld>
            <a:endParaRPr lang="en-US"/>
          </a:p>
        </p:txBody>
      </p:sp>
      <p:sp>
        <p:nvSpPr>
          <p:cNvPr id="7" name="Espaço Reservado para Conteú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rtl="0"/>
            <a:r>
              <a:rPr lang="pt-br"/>
              <a:t>Clique para adicionar uma Citação</a:t>
            </a:r>
          </a:p>
          <a:p>
            <a:pPr lvl="1" rtl="0"/>
            <a:r>
              <a:rPr lang="pt-br"/>
              <a:t>Segundo nível</a:t>
            </a:r>
          </a:p>
          <a:p>
            <a:pPr lvl="2" rtl="0"/>
            <a:r>
              <a:rPr lang="pt-br"/>
              <a:t>Terceiro nível</a:t>
            </a:r>
          </a:p>
          <a:p>
            <a:pPr lvl="3" rtl="0"/>
            <a:r>
              <a:rPr lang="pt-br"/>
              <a:t>Quarto nível</a:t>
            </a:r>
          </a:p>
          <a:p>
            <a:pPr lvl="4" rtl="0"/>
            <a:r>
              <a:rPr lang="pt-br"/>
              <a:t>Quinto nível</a:t>
            </a:r>
          </a:p>
        </p:txBody>
      </p:sp>
      <p:cxnSp>
        <p:nvCxnSpPr>
          <p:cNvPr id="6" name="Conector Reto 5">
            <a:extLst>
              <a:ext uri="{FF2B5EF4-FFF2-40B4-BE49-F238E27FC236}">
                <a16:creationId xmlns:a16="http://schemas.microsoft.com/office/drawing/2014/main" id="{8D1ECC83-D6FA-D54B-81F2-EE93577E016F}"/>
              </a:ext>
            </a:extLst>
          </p:cNvPr>
          <p:cNvCxnSpPr>
            <a:cxnSpLocks/>
          </p:cNvCxnSpPr>
          <p:nvPr userDrawn="1"/>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43266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itação 2">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DA35383F-36EC-D5B0-180D-4D5F853027D1}"/>
              </a:ext>
            </a:extLst>
          </p:cNvPr>
          <p:cNvSpPr/>
          <p:nvPr/>
        </p:nvSpPr>
        <p:spPr>
          <a:xfrm flipH="1">
            <a:off x="-1" y="0"/>
            <a:ext cx="12192002" cy="6858000"/>
          </a:xfrm>
          <a:prstGeom prst="rect">
            <a:avLst/>
          </a:prstGeom>
          <a:gradFill flip="none" rotWithShape="1">
            <a:gsLst>
              <a:gs pos="10000">
                <a:schemeClr val="accent3">
                  <a:lumMod val="60000"/>
                  <a:lumOff val="40000"/>
                  <a:alpha val="75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5" name="Retângulo 14">
            <a:extLst>
              <a:ext uri="{FF2B5EF4-FFF2-40B4-BE49-F238E27FC236}">
                <a16:creationId xmlns:a16="http://schemas.microsoft.com/office/drawing/2014/main" id="{CCB5E5C4-3819-D8FF-73C4-648E36786FBE}"/>
              </a:ext>
            </a:extLst>
          </p:cNvPr>
          <p:cNvSpPr/>
          <p:nvPr/>
        </p:nvSpPr>
        <p:spPr>
          <a:xfrm>
            <a:off x="1524" y="0"/>
            <a:ext cx="12188952" cy="6858000"/>
          </a:xfrm>
          <a:prstGeom prst="rect">
            <a:avLst/>
          </a:prstGeom>
          <a:gradFill>
            <a:gsLst>
              <a:gs pos="27000">
                <a:schemeClr val="accent2">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Retângulo 15">
            <a:extLst>
              <a:ext uri="{FF2B5EF4-FFF2-40B4-BE49-F238E27FC236}">
                <a16:creationId xmlns:a16="http://schemas.microsoft.com/office/drawing/2014/main" id="{5FEFB336-7C01-1B2B-DE9C-135CE71E2AF4}"/>
              </a:ext>
            </a:extLst>
          </p:cNvPr>
          <p:cNvSpPr/>
          <p:nvPr/>
        </p:nvSpPr>
        <p:spPr>
          <a:xfrm rot="10800000" flipH="1">
            <a:off x="3048" y="1"/>
            <a:ext cx="12188952" cy="5601805"/>
          </a:xfrm>
          <a:prstGeom prst="rect">
            <a:avLst/>
          </a:prstGeom>
          <a:gradFill flip="none" rotWithShape="1">
            <a:gsLst>
              <a:gs pos="56000">
                <a:schemeClr val="accent1">
                  <a:alpha val="0"/>
                </a:schemeClr>
              </a:gs>
              <a:gs pos="89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2475326" y="4967784"/>
            <a:ext cx="7241347" cy="1052015"/>
          </a:xfrm>
        </p:spPr>
        <p:txBody>
          <a:bodyPr rtlCol="0" anchor="ctr">
            <a:normAutofit/>
          </a:bodyPr>
          <a:lstStyle>
            <a:lvl1pPr marL="137160" indent="-137160">
              <a:lnSpc>
                <a:spcPct val="100000"/>
              </a:lnSpc>
              <a:defRPr sz="2000">
                <a:solidFill>
                  <a:schemeClr val="tx1"/>
                </a:solidFill>
              </a:defRPr>
            </a:lvl1pPr>
          </a:lstStyle>
          <a:p>
            <a:pPr rtl="0"/>
            <a:r>
              <a:rPr lang="pt-br"/>
              <a:t>Autor da Citação</a:t>
            </a:r>
          </a:p>
        </p:txBody>
      </p:sp>
      <p:sp>
        <p:nvSpPr>
          <p:cNvPr id="3" name="Espaço Reservado para Data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1"/>
                </a:solidFill>
              </a:defRPr>
            </a:lvl1pPr>
          </a:lstStyle>
          <a:p>
            <a:pPr rtl="0"/>
            <a:r>
              <a:rPr lang="en-US"/>
              <a:t>24/11/2025</a:t>
            </a:r>
          </a:p>
        </p:txBody>
      </p:sp>
      <p:sp>
        <p:nvSpPr>
          <p:cNvPr id="4" name="Espaço Reservado para Rodapé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1"/>
                </a:solidFill>
              </a:defRPr>
            </a:lvl1pPr>
          </a:lstStyle>
          <a:p>
            <a:pPr rtl="0"/>
            <a:fld id="{5E0677F5-4A8A-4BF1-96BE-3BAE8FBAFE2E}" type="slidenum">
              <a:rPr lang="en-US" smtClean="0"/>
              <a:pPr rtl="0"/>
              <a:t>‹nº›</a:t>
            </a:fld>
            <a:endParaRPr lang="en-US"/>
          </a:p>
        </p:txBody>
      </p:sp>
      <p:sp>
        <p:nvSpPr>
          <p:cNvPr id="7" name="Espaço Reservado para Conteú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475326" y="1405719"/>
            <a:ext cx="7241347" cy="3261814"/>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rtl="0"/>
            <a:r>
              <a:rPr lang="pt-br"/>
              <a:t>Clique para adicionar uma Citação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42332832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Citação 3">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712C5369-3140-EE0E-90D0-D10162CA9486}"/>
              </a:ext>
            </a:extLst>
          </p:cNvPr>
          <p:cNvSpPr/>
          <p:nvPr/>
        </p:nvSpPr>
        <p:spPr>
          <a:xfrm flipH="1">
            <a:off x="8215952" y="0"/>
            <a:ext cx="3976048" cy="6858000"/>
          </a:xfrm>
          <a:prstGeom prst="rect">
            <a:avLst/>
          </a:prstGeom>
          <a:gradFill>
            <a:gsLst>
              <a:gs pos="51000">
                <a:schemeClr val="bg2">
                  <a:alpha val="0"/>
                </a:schemeClr>
              </a:gs>
              <a:gs pos="100000">
                <a:schemeClr val="accent1">
                  <a:lumMod val="75000"/>
                  <a:alpha val="80000"/>
                </a:schemeClr>
              </a:gs>
            </a:gsLst>
            <a:lin ang="11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274320" y="5336274"/>
            <a:ext cx="8607140" cy="683525"/>
          </a:xfrm>
        </p:spPr>
        <p:txBody>
          <a:bodyPr rtlCol="0" anchor="ctr">
            <a:normAutofit/>
          </a:bodyPr>
          <a:lstStyle>
            <a:lvl1pPr marL="137160" indent="-137160">
              <a:defRPr sz="1800"/>
            </a:lvl1pPr>
          </a:lstStyle>
          <a:p>
            <a:pPr rtl="0"/>
            <a:r>
              <a:rPr lang="pt-br"/>
              <a:t>Autor da Citação</a:t>
            </a:r>
          </a:p>
        </p:txBody>
      </p:sp>
      <p:sp>
        <p:nvSpPr>
          <p:cNvPr id="8" name="Retângulo 7">
            <a:extLst>
              <a:ext uri="{FF2B5EF4-FFF2-40B4-BE49-F238E27FC236}">
                <a16:creationId xmlns:a16="http://schemas.microsoft.com/office/drawing/2014/main" id="{5A820F3D-C559-60AA-7FD0-657FB2431DB3}"/>
              </a:ext>
            </a:extLst>
          </p:cNvPr>
          <p:cNvSpPr/>
          <p:nvPr/>
        </p:nvSpPr>
        <p:spPr>
          <a:xfrm flipH="1">
            <a:off x="8215952" y="0"/>
            <a:ext cx="3976048" cy="6858000"/>
          </a:xfrm>
          <a:prstGeom prst="rect">
            <a:avLst/>
          </a:prstGeom>
          <a:gradFill>
            <a:gsLst>
              <a:gs pos="75000">
                <a:schemeClr val="bg2">
                  <a:alpha val="0"/>
                </a:schemeClr>
              </a:gs>
              <a:gs pos="96000">
                <a:schemeClr val="accent3">
                  <a:lumMod val="60000"/>
                  <a:lumOff val="40000"/>
                  <a:alpha val="65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cxnSp>
        <p:nvCxnSpPr>
          <p:cNvPr id="9" name="Conector Reto 8">
            <a:extLst>
              <a:ext uri="{FF2B5EF4-FFF2-40B4-BE49-F238E27FC236}">
                <a16:creationId xmlns:a16="http://schemas.microsoft.com/office/drawing/2014/main" id="{03E200B1-3B6B-802E-E076-92826DD27EA2}"/>
              </a:ext>
            </a:extLst>
          </p:cNvPr>
          <p:cNvCxnSpPr>
            <a:cxnSpLocks/>
          </p:cNvCxnSpPr>
          <p:nvPr/>
        </p:nvCxnSpPr>
        <p:spPr>
          <a:xfrm flipH="1">
            <a:off x="394716" y="489532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Espaço Reservado para Data 9">
            <a:extLst>
              <a:ext uri="{FF2B5EF4-FFF2-40B4-BE49-F238E27FC236}">
                <a16:creationId xmlns:a16="http://schemas.microsoft.com/office/drawing/2014/main" id="{6CBAF11E-83FD-0A35-2B1B-893C4D55AE9F}"/>
              </a:ext>
            </a:extLst>
          </p:cNvPr>
          <p:cNvSpPr>
            <a:spLocks noGrp="1"/>
          </p:cNvSpPr>
          <p:nvPr>
            <p:ph type="dt" sz="half" idx="14"/>
          </p:nvPr>
        </p:nvSpPr>
        <p:spPr/>
        <p:txBody>
          <a:bodyPr rtlCol="0"/>
          <a:lstStyle/>
          <a:p>
            <a:pPr rtl="0"/>
            <a:r>
              <a:rPr lang="en-US"/>
              <a:t>24/11/2025</a:t>
            </a:r>
          </a:p>
        </p:txBody>
      </p:sp>
      <p:sp>
        <p:nvSpPr>
          <p:cNvPr id="11" name="Espaço Reservado para Rodapé 10">
            <a:extLst>
              <a:ext uri="{FF2B5EF4-FFF2-40B4-BE49-F238E27FC236}">
                <a16:creationId xmlns:a16="http://schemas.microsoft.com/office/drawing/2014/main" id="{2C8F38B5-19FF-BF8F-54FC-894E66C40672}"/>
              </a:ext>
            </a:extLst>
          </p:cNvPr>
          <p:cNvSpPr>
            <a:spLocks noGrp="1"/>
          </p:cNvSpPr>
          <p:nvPr>
            <p:ph type="ftr" sz="quarter" idx="15"/>
          </p:nvPr>
        </p:nvSpPr>
        <p:spPr/>
        <p:txBody>
          <a:bodyPr rtlCol="0"/>
          <a:lstStyle/>
          <a:p>
            <a:pPr rtl="0"/>
            <a:r>
              <a:rPr lang="pt-br"/>
              <a:t>Amostra de Texto de Rodapé</a:t>
            </a:r>
          </a:p>
        </p:txBody>
      </p:sp>
      <p:sp>
        <p:nvSpPr>
          <p:cNvPr id="12" name="Espaço Reservado para o Número do Slide 11">
            <a:extLst>
              <a:ext uri="{FF2B5EF4-FFF2-40B4-BE49-F238E27FC236}">
                <a16:creationId xmlns:a16="http://schemas.microsoft.com/office/drawing/2014/main" id="{851EB385-BC70-148F-174E-479BEC0F52E8}"/>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7" name="Espaço Reservado para Conteú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74320" y="1714500"/>
            <a:ext cx="8587285" cy="2625487"/>
          </a:xfrm>
        </p:spPr>
        <p:txBody>
          <a:bodyPr rtlCol="0" anchor="ctr">
            <a:noAutofit/>
          </a:bodyPr>
          <a:lstStyle>
            <a:lvl1pPr marL="0" indent="0">
              <a:lnSpc>
                <a:spcPct val="100000"/>
              </a:lnSpc>
              <a:buNone/>
              <a:defRPr sz="44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4000" b="0">
                <a:solidFill>
                  <a:schemeClr val="tx1"/>
                </a:solidFill>
              </a:defRPr>
            </a:lvl3pPr>
            <a:lvl4pPr marL="685800" indent="0">
              <a:lnSpc>
                <a:spcPct val="100000"/>
              </a:lnSpc>
              <a:buNone/>
              <a:defRPr sz="3600" b="0">
                <a:solidFill>
                  <a:schemeClr val="tx1"/>
                </a:solidFill>
              </a:defRPr>
            </a:lvl4pPr>
            <a:lvl5pPr marL="914400" indent="0">
              <a:lnSpc>
                <a:spcPct val="100000"/>
              </a:lnSpc>
              <a:buNone/>
              <a:defRPr sz="3200" b="0">
                <a:solidFill>
                  <a:schemeClr val="tx1"/>
                </a:solidFill>
              </a:defRPr>
            </a:lvl5pPr>
          </a:lstStyle>
          <a:p>
            <a:pPr lvl="0" rtl="0"/>
            <a:r>
              <a:rPr lang="pt-br"/>
              <a:t>Clique para adicionar uma Citação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2598585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rtlCol="0" anchor="t">
            <a:noAutofit/>
          </a:bodyPr>
          <a:lstStyle>
            <a:lvl1pPr>
              <a:defRPr sz="4400">
                <a:solidFill>
                  <a:schemeClr val="tx1"/>
                </a:solidFill>
              </a:defRPr>
            </a:lvl1pPr>
          </a:lstStyle>
          <a:p>
            <a:pPr rtl="0"/>
            <a:r>
              <a:rPr lang="pt-br"/>
              <a:t>Clique para editar o estilo de título Mestre</a:t>
            </a:r>
          </a:p>
        </p:txBody>
      </p:sp>
      <p:sp>
        <p:nvSpPr>
          <p:cNvPr id="4" name="Espaço Reservado para Data 3">
            <a:extLst>
              <a:ext uri="{FF2B5EF4-FFF2-40B4-BE49-F238E27FC236}">
                <a16:creationId xmlns:a16="http://schemas.microsoft.com/office/drawing/2014/main" id="{5C52CF0D-DCF6-2401-8AD6-ED12BCF0D0F7}"/>
              </a:ext>
            </a:extLst>
          </p:cNvPr>
          <p:cNvSpPr>
            <a:spLocks noGrp="1"/>
          </p:cNvSpPr>
          <p:nvPr>
            <p:ph type="dt" sz="half" idx="14"/>
          </p:nvPr>
        </p:nvSpPr>
        <p:spPr/>
        <p:txBody>
          <a:bodyPr rtlCol="0"/>
          <a:lstStyle/>
          <a:p>
            <a:pPr rtl="0"/>
            <a:r>
              <a:rPr lang="en-US"/>
              <a:t>24/11/2025</a:t>
            </a:r>
          </a:p>
        </p:txBody>
      </p:sp>
      <p:sp>
        <p:nvSpPr>
          <p:cNvPr id="5" name="Espaço Reservado para Rodapé 4">
            <a:extLst>
              <a:ext uri="{FF2B5EF4-FFF2-40B4-BE49-F238E27FC236}">
                <a16:creationId xmlns:a16="http://schemas.microsoft.com/office/drawing/2014/main" id="{A67F5585-231E-4B46-143C-086AE5C56D2F}"/>
              </a:ext>
            </a:extLst>
          </p:cNvPr>
          <p:cNvSpPr>
            <a:spLocks noGrp="1"/>
          </p:cNvSpPr>
          <p:nvPr>
            <p:ph type="ftr" sz="quarter" idx="15"/>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cxnSp>
        <p:nvCxnSpPr>
          <p:cNvPr id="3" name="Conector Reto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tângulo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tângulo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Espaço Reservado para Conteúdo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24058056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ão 2">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tângulo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rtlCol="0" anchor="t">
            <a:normAutofit/>
          </a:bodyPr>
          <a:lstStyle>
            <a:lvl1pPr>
              <a:defRPr sz="5400">
                <a:solidFill>
                  <a:schemeClr val="tx1"/>
                </a:solidFill>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7CAECC89-C65D-CAD6-3F7F-24F67D81DCF1}"/>
              </a:ext>
            </a:extLst>
          </p:cNvPr>
          <p:cNvSpPr>
            <a:spLocks noGrp="1"/>
          </p:cNvSpPr>
          <p:nvPr>
            <p:ph type="dt" sz="half" idx="15"/>
          </p:nvPr>
        </p:nvSpPr>
        <p:spPr/>
        <p:txBody>
          <a:bodyPr rtlCol="0"/>
          <a:lstStyle/>
          <a:p>
            <a:pPr rtl="0"/>
            <a:r>
              <a:rPr lang="en-US"/>
              <a:t>24/11/2025</a:t>
            </a:r>
          </a:p>
        </p:txBody>
      </p:sp>
      <p:sp>
        <p:nvSpPr>
          <p:cNvPr id="8" name="Espaço Reservado para Rodapé 7">
            <a:extLst>
              <a:ext uri="{FF2B5EF4-FFF2-40B4-BE49-F238E27FC236}">
                <a16:creationId xmlns:a16="http://schemas.microsoft.com/office/drawing/2014/main" id="{F664FAF8-D2CD-617D-EEE4-AFE7E979984A}"/>
              </a:ext>
            </a:extLst>
          </p:cNvPr>
          <p:cNvSpPr>
            <a:spLocks noGrp="1"/>
          </p:cNvSpPr>
          <p:nvPr>
            <p:ph type="ftr" sz="quarter" idx="16"/>
          </p:nvPr>
        </p:nvSpPr>
        <p:spPr/>
        <p:txBody>
          <a:bodyPr rtlCol="0"/>
          <a:lstStyle/>
          <a:p>
            <a:pPr rtl="0"/>
            <a:r>
              <a:rPr lang="pt-br"/>
              <a:t>Amostra de Texto de Rodapé</a:t>
            </a:r>
          </a:p>
        </p:txBody>
      </p:sp>
      <p:sp>
        <p:nvSpPr>
          <p:cNvPr id="9" name="Espaço Reservado para o Número do Slide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rtlCol="0"/>
          <a:lstStyle/>
          <a:p>
            <a:pPr rtl="0"/>
            <a:fld id="{5E0677F5-4A8A-4BF1-96BE-3BAE8FBAFE2E}" type="slidenum">
              <a:rPr lang="en-US" smtClean="0"/>
              <a:t>‹nº›</a:t>
            </a:fld>
            <a:endParaRPr lang="en-US"/>
          </a:p>
        </p:txBody>
      </p:sp>
      <p:sp>
        <p:nvSpPr>
          <p:cNvPr id="7" name="Espaço Reservado para Conteúdo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01568495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onclusã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983230"/>
            <a:ext cx="9830017" cy="877376"/>
          </a:xfrm>
        </p:spPr>
        <p:txBody>
          <a:bodyPr rtlCol="0" anchor="t">
            <a:normAutofit/>
          </a:bodyPr>
          <a:lstStyle>
            <a:lvl1pPr>
              <a:defRPr sz="5000">
                <a:solidFill>
                  <a:schemeClr val="tx1"/>
                </a:solidFill>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7CAECC89-C65D-CAD6-3F7F-24F67D81DCF1}"/>
              </a:ext>
            </a:extLst>
          </p:cNvPr>
          <p:cNvSpPr>
            <a:spLocks noGrp="1"/>
          </p:cNvSpPr>
          <p:nvPr>
            <p:ph type="dt" sz="half" idx="15"/>
          </p:nvPr>
        </p:nvSpPr>
        <p:spPr/>
        <p:txBody>
          <a:bodyPr rtlCol="0"/>
          <a:lstStyle/>
          <a:p>
            <a:pPr rtl="0"/>
            <a:r>
              <a:rPr lang="en-US"/>
              <a:t>24/11/2025</a:t>
            </a:r>
          </a:p>
        </p:txBody>
      </p:sp>
      <p:sp>
        <p:nvSpPr>
          <p:cNvPr id="8" name="Espaço Reservado para Rodapé 7">
            <a:extLst>
              <a:ext uri="{FF2B5EF4-FFF2-40B4-BE49-F238E27FC236}">
                <a16:creationId xmlns:a16="http://schemas.microsoft.com/office/drawing/2014/main" id="{F664FAF8-D2CD-617D-EEE4-AFE7E979984A}"/>
              </a:ext>
            </a:extLst>
          </p:cNvPr>
          <p:cNvSpPr>
            <a:spLocks noGrp="1"/>
          </p:cNvSpPr>
          <p:nvPr>
            <p:ph type="ftr" sz="quarter" idx="16"/>
          </p:nvPr>
        </p:nvSpPr>
        <p:spPr/>
        <p:txBody>
          <a:bodyPr rtlCol="0"/>
          <a:lstStyle/>
          <a:p>
            <a:pPr rtl="0"/>
            <a:r>
              <a:rPr lang="pt-br"/>
              <a:t>Amostra de Texto de Rodapé</a:t>
            </a:r>
          </a:p>
        </p:txBody>
      </p:sp>
      <p:sp>
        <p:nvSpPr>
          <p:cNvPr id="9" name="Espaço Reservado para o Número do Slide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rtlCol="0"/>
          <a:lstStyle/>
          <a:p>
            <a:pPr rtl="0"/>
            <a:fld id="{5E0677F5-4A8A-4BF1-96BE-3BAE8FBAFE2E}" type="slidenum">
              <a:rPr lang="en-US" smtClean="0"/>
              <a:t>‹nº›</a:t>
            </a:fld>
            <a:endParaRPr lang="en-US"/>
          </a:p>
        </p:txBody>
      </p:sp>
      <p:sp>
        <p:nvSpPr>
          <p:cNvPr id="4" name="Retângulo 3">
            <a:extLst>
              <a:ext uri="{FF2B5EF4-FFF2-40B4-BE49-F238E27FC236}">
                <a16:creationId xmlns:a16="http://schemas.microsoft.com/office/drawing/2014/main" id="{D69261CB-4EFB-BCD1-842F-3895D3F35D6A}"/>
              </a:ext>
            </a:extLst>
          </p:cNvPr>
          <p:cNvSpPr/>
          <p:nvPr/>
        </p:nvSpPr>
        <p:spPr>
          <a:xfrm rot="10800000">
            <a:off x="0" y="2221515"/>
            <a:ext cx="12192000" cy="1825033"/>
          </a:xfrm>
          <a:prstGeom prst="rect">
            <a:avLst/>
          </a:prstGeom>
          <a:gradFill>
            <a:gsLst>
              <a:gs pos="63000">
                <a:schemeClr val="bg2">
                  <a:alpha val="0"/>
                </a:schemeClr>
              </a:gs>
              <a:gs pos="100000">
                <a:schemeClr val="accent1"/>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Retângulo 4">
            <a:extLst>
              <a:ext uri="{FF2B5EF4-FFF2-40B4-BE49-F238E27FC236}">
                <a16:creationId xmlns:a16="http://schemas.microsoft.com/office/drawing/2014/main" id="{311813EA-BFDF-185B-80F0-B1786A1A10E5}"/>
              </a:ext>
            </a:extLst>
          </p:cNvPr>
          <p:cNvSpPr/>
          <p:nvPr/>
        </p:nvSpPr>
        <p:spPr>
          <a:xfrm rot="16200000" flipH="1">
            <a:off x="7850483" y="-294964"/>
            <a:ext cx="1825034" cy="6858000"/>
          </a:xfrm>
          <a:prstGeom prst="rect">
            <a:avLst/>
          </a:prstGeom>
          <a:gradFill>
            <a:gsLst>
              <a:gs pos="56000">
                <a:schemeClr val="bg1">
                  <a:alpha val="0"/>
                </a:schemeClr>
              </a:gs>
              <a:gs pos="100000">
                <a:schemeClr val="accent3"/>
              </a:gs>
            </a:gsLst>
            <a:lin ang="9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Espaço Reservado para Conteúdo 6">
            <a:extLst>
              <a:ext uri="{FF2B5EF4-FFF2-40B4-BE49-F238E27FC236}">
                <a16:creationId xmlns:a16="http://schemas.microsoft.com/office/drawing/2014/main" id="{053FFEDA-E57B-DF13-2394-A1514E15F85A}"/>
              </a:ext>
            </a:extLst>
          </p:cNvPr>
          <p:cNvSpPr>
            <a:spLocks noGrp="1"/>
          </p:cNvSpPr>
          <p:nvPr>
            <p:ph sz="quarter" idx="14"/>
          </p:nvPr>
        </p:nvSpPr>
        <p:spPr>
          <a:xfrm>
            <a:off x="3241964" y="3429000"/>
            <a:ext cx="8226135" cy="2434712"/>
          </a:xfrm>
        </p:spPr>
        <p:txBody>
          <a:bodyPr vert="horz" lIns="91440" tIns="45720" rIns="91440" bIns="45720" rtlCol="0">
            <a:normAutofit/>
          </a:bodyPr>
          <a:lstStyle>
            <a:lvl1pPr marL="0" indent="0">
              <a:buNone/>
              <a:defRPr lang="en-US" sz="1600" dirty="0"/>
            </a:lvl1pPr>
            <a:lvl2pPr marL="228600" indent="0">
              <a:buNone/>
              <a:defRPr lang="en-US" sz="1200" dirty="0"/>
            </a:lvl2pPr>
            <a:lvl3pPr marL="457200" indent="0">
              <a:buNone/>
              <a:defRPr lang="en-US" sz="1100" dirty="0"/>
            </a:lvl3pPr>
            <a:lvl4pPr marL="685800" indent="0">
              <a:buNone/>
              <a:defRPr lang="en-US" sz="1050" dirty="0"/>
            </a:lvl4pPr>
            <a:lvl5pPr marL="914400" indent="0">
              <a:buNone/>
              <a:defRPr lang="en-US" sz="1000"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50559113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ois Conteúd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rtlCol="0"/>
          <a:lstStyle>
            <a:lvl1pPr>
              <a:defRPr>
                <a:solidFill>
                  <a:schemeClr val="tx1"/>
                </a:solidFill>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EC2184DE-1D38-B3AE-D560-557B3726B547}"/>
              </a:ext>
            </a:extLst>
          </p:cNvPr>
          <p:cNvSpPr>
            <a:spLocks noGrp="1"/>
          </p:cNvSpPr>
          <p:nvPr>
            <p:ph type="dt" sz="half" idx="15"/>
          </p:nvPr>
        </p:nvSpPr>
        <p:spPr/>
        <p:txBody>
          <a:bodyPr rtlCol="0"/>
          <a:lstStyle/>
          <a:p>
            <a:pPr rtl="0"/>
            <a:r>
              <a:rPr lang="en-US"/>
              <a:t>24/11/2025</a:t>
            </a:r>
          </a:p>
        </p:txBody>
      </p:sp>
      <p:sp>
        <p:nvSpPr>
          <p:cNvPr id="4" name="Espaço Reservado para Rodapé 3">
            <a:extLst>
              <a:ext uri="{FF2B5EF4-FFF2-40B4-BE49-F238E27FC236}">
                <a16:creationId xmlns:a16="http://schemas.microsoft.com/office/drawing/2014/main" id="{392A082C-5D4A-4A20-87E3-9906B5F3BAF4}"/>
              </a:ext>
            </a:extLst>
          </p:cNvPr>
          <p:cNvSpPr>
            <a:spLocks noGrp="1"/>
          </p:cNvSpPr>
          <p:nvPr>
            <p:ph type="ftr" sz="quarter" idx="16"/>
          </p:nvPr>
        </p:nvSpPr>
        <p:spPr/>
        <p:txBody>
          <a:bodyPr rtlCol="0"/>
          <a:lstStyle/>
          <a:p>
            <a:pPr rtl="0"/>
            <a:r>
              <a:rPr lang="pt-br"/>
              <a:t>Exemplo de Texto de Rodapé</a:t>
            </a:r>
          </a:p>
        </p:txBody>
      </p:sp>
      <p:sp>
        <p:nvSpPr>
          <p:cNvPr id="8" name="Espaço Reservado para o Número do Slide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rtlCol="0"/>
          <a:lstStyle/>
          <a:p>
            <a:pPr rtl="0"/>
            <a:fld id="{5E0677F5-4A8A-4BF1-96BE-3BAE8FBAFE2E}" type="slidenum">
              <a:rPr lang="en-US" smtClean="0"/>
              <a:t>‹nº›</a:t>
            </a:fld>
            <a:endParaRPr lang="en-US"/>
          </a:p>
        </p:txBody>
      </p:sp>
      <p:sp>
        <p:nvSpPr>
          <p:cNvPr id="7" name="Espaço Reservado para Conteúdo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Conteúdo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cxnSp>
        <p:nvCxnSpPr>
          <p:cNvPr id="6" name="Conector Reto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09029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ração">
    <p:spTree>
      <p:nvGrpSpPr>
        <p:cNvPr id="1" name=""/>
        <p:cNvGrpSpPr/>
        <p:nvPr/>
      </p:nvGrpSpPr>
      <p:grpSpPr>
        <a:xfrm>
          <a:off x="0" y="0"/>
          <a:ext cx="0" cy="0"/>
          <a:chOff x="0" y="0"/>
          <a:chExt cx="0" cy="0"/>
        </a:xfrm>
      </p:grpSpPr>
      <p:sp>
        <p:nvSpPr>
          <p:cNvPr id="12" name="Retângulo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rtlCol="0"/>
          <a:lstStyle>
            <a:lvl1pPr>
              <a:defRPr>
                <a:solidFill>
                  <a:schemeClr val="tx1"/>
                </a:solidFill>
              </a:defRPr>
            </a:lvl1pPr>
          </a:lstStyle>
          <a:p>
            <a:pPr rtl="0"/>
            <a:r>
              <a:rPr lang="pt-br"/>
              <a:t>Clique para editar o estilo de título Mestre</a:t>
            </a:r>
          </a:p>
        </p:txBody>
      </p:sp>
      <p:sp>
        <p:nvSpPr>
          <p:cNvPr id="15" name="Espaço Reservado para Data 14">
            <a:extLst>
              <a:ext uri="{FF2B5EF4-FFF2-40B4-BE49-F238E27FC236}">
                <a16:creationId xmlns:a16="http://schemas.microsoft.com/office/drawing/2014/main" id="{705EA491-E08A-48B5-7211-33514A94530C}"/>
              </a:ext>
            </a:extLst>
          </p:cNvPr>
          <p:cNvSpPr>
            <a:spLocks noGrp="1"/>
          </p:cNvSpPr>
          <p:nvPr>
            <p:ph type="dt" sz="half" idx="15"/>
          </p:nvPr>
        </p:nvSpPr>
        <p:spPr/>
        <p:txBody>
          <a:bodyPr rtlCol="0"/>
          <a:lstStyle/>
          <a:p>
            <a:pPr rtl="0"/>
            <a:r>
              <a:rPr lang="en-US"/>
              <a:t>24/11/2025</a:t>
            </a:r>
          </a:p>
        </p:txBody>
      </p:sp>
      <p:sp>
        <p:nvSpPr>
          <p:cNvPr id="16" name="Espaço Reservado para Rodapé 15">
            <a:extLst>
              <a:ext uri="{FF2B5EF4-FFF2-40B4-BE49-F238E27FC236}">
                <a16:creationId xmlns:a16="http://schemas.microsoft.com/office/drawing/2014/main" id="{259980DF-BFB1-0E16-FE9E-D2D30ED180E7}"/>
              </a:ext>
            </a:extLst>
          </p:cNvPr>
          <p:cNvSpPr>
            <a:spLocks noGrp="1"/>
          </p:cNvSpPr>
          <p:nvPr>
            <p:ph type="ftr" sz="quarter" idx="16"/>
          </p:nvPr>
        </p:nvSpPr>
        <p:spPr/>
        <p:txBody>
          <a:bodyPr rtlCol="0"/>
          <a:lstStyle/>
          <a:p>
            <a:pPr rtl="0"/>
            <a:r>
              <a:rPr lang="pt-br"/>
              <a:t>Amostra de Texto de Rodapé</a:t>
            </a:r>
          </a:p>
        </p:txBody>
      </p:sp>
      <p:sp>
        <p:nvSpPr>
          <p:cNvPr id="17" name="Espaço Reservado para o Número do Slide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rtlCol="0"/>
          <a:lstStyle/>
          <a:p>
            <a:pPr rtl="0"/>
            <a:fld id="{5E0677F5-4A8A-4BF1-96BE-3BAE8FBAFE2E}" type="slidenum">
              <a:rPr lang="en-US" smtClean="0"/>
              <a:pPr rtl="0"/>
              <a:t>‹nº›</a:t>
            </a:fld>
            <a:endParaRPr lang="en-US"/>
          </a:p>
        </p:txBody>
      </p:sp>
      <p:sp>
        <p:nvSpPr>
          <p:cNvPr id="3" name="Espaço Reservado para Texto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rtlCol="0"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6" name="Espaço Reservado para Conteúdo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rtlCol="0"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8" name="Espaço Reservado para Conteúdo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cxnSp>
        <p:nvCxnSpPr>
          <p:cNvPr id="7" name="Conector Reto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tângulo 3">
            <a:extLst>
              <a:ext uri="{FF2B5EF4-FFF2-40B4-BE49-F238E27FC236}">
                <a16:creationId xmlns:a16="http://schemas.microsoft.com/office/drawing/2014/main" id="{11E71789-6ED9-AA74-B78C-05CAF80B5536}"/>
              </a:ext>
            </a:extLst>
          </p:cNvPr>
          <p:cNvSpPr/>
          <p:nvPr userDrawn="1"/>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97406372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rtlCol="0" anchor="t"/>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r>
              <a:rPr lang="en-US"/>
              <a:t>24/11/2025</a:t>
            </a:r>
          </a:p>
        </p:txBody>
      </p:sp>
      <p:sp>
        <p:nvSpPr>
          <p:cNvPr id="4" name="Espaço Reservado para Rodapé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207231024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Vazi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t>24/11/2025</a:t>
            </a:r>
          </a:p>
        </p:txBody>
      </p:sp>
      <p:sp>
        <p:nvSpPr>
          <p:cNvPr id="3" name="Espaço Reservado para Rodapé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pt-br"/>
              <a:t>Exemplo de Texto de Rodapé</a:t>
            </a:r>
          </a:p>
        </p:txBody>
      </p:sp>
      <p:sp>
        <p:nvSpPr>
          <p:cNvPr id="4" name="Espaço Reservado para o Número do Slide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13337276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301752" y="1124712"/>
            <a:ext cx="3543299" cy="1627415"/>
          </a:xfrm>
        </p:spPr>
        <p:txBody>
          <a:bodyPr rtlCol="0" anchor="t">
            <a:normAutofit/>
          </a:bodyPr>
          <a:lstStyle>
            <a:lvl1pPr>
              <a:defRPr sz="3200"/>
            </a:lvl1pPr>
          </a:lstStyle>
          <a:p>
            <a:pPr rtl="0"/>
            <a:r>
              <a:rPr lang="pt-br"/>
              <a:t>Clique para editar o estilo de título Mestre</a:t>
            </a:r>
          </a:p>
        </p:txBody>
      </p:sp>
      <p:sp>
        <p:nvSpPr>
          <p:cNvPr id="5" name="Espaço Reservado para Data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24/11/2025</a:t>
            </a:r>
          </a:p>
        </p:txBody>
      </p:sp>
      <p:sp>
        <p:nvSpPr>
          <p:cNvPr id="6" name="Espaço Reservado para Rodapé 5">
            <a:extLst>
              <a:ext uri="{FF2B5EF4-FFF2-40B4-BE49-F238E27FC236}">
                <a16:creationId xmlns:a16="http://schemas.microsoft.com/office/drawing/2014/main" id="{9C85A215-184B-2105-0279-ED02F6445831}"/>
              </a:ext>
            </a:extLst>
          </p:cNvPr>
          <p:cNvSpPr>
            <a:spLocks noGrp="1"/>
          </p:cNvSpPr>
          <p:nvPr>
            <p:ph type="ftr" sz="quarter" idx="11"/>
          </p:nvPr>
        </p:nvSpPr>
        <p:spPr>
          <a:xfrm>
            <a:off x="5212080" y="210114"/>
            <a:ext cx="2509284" cy="365760"/>
          </a:xfrm>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5E0677F5-4A8A-4BF1-96BE-3BAE8FBAFE2E}" type="slidenum">
              <a:rPr lang="en-US" smtClean="0"/>
              <a:t>‹nº›</a:t>
            </a:fld>
            <a:endParaRPr lang="en-US"/>
          </a:p>
        </p:txBody>
      </p:sp>
      <p:sp>
        <p:nvSpPr>
          <p:cNvPr id="4" name="Espaço Reservado para Texto 3">
            <a:extLst>
              <a:ext uri="{FF2B5EF4-FFF2-40B4-BE49-F238E27FC236}">
                <a16:creationId xmlns:a16="http://schemas.microsoft.com/office/drawing/2014/main" id="{EC0EEBFB-2026-6A35-33ED-F008376B67A0}"/>
              </a:ext>
            </a:extLst>
          </p:cNvPr>
          <p:cNvSpPr>
            <a:spLocks noGrp="1"/>
          </p:cNvSpPr>
          <p:nvPr>
            <p:ph type="body" sz="half" idx="2"/>
          </p:nvPr>
        </p:nvSpPr>
        <p:spPr>
          <a:xfrm>
            <a:off x="301752" y="2857605"/>
            <a:ext cx="3543299" cy="3534229"/>
          </a:xfrm>
        </p:spPr>
        <p:txBody>
          <a:bodyPr rtlCol="0"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3" name="Espaço Reservado para Conteúdo 2">
            <a:extLst>
              <a:ext uri="{FF2B5EF4-FFF2-40B4-BE49-F238E27FC236}">
                <a16:creationId xmlns:a16="http://schemas.microsoft.com/office/drawing/2014/main" id="{2F3B20A8-A604-C977-02C0-083BA8663484}"/>
              </a:ext>
            </a:extLst>
          </p:cNvPr>
          <p:cNvSpPr>
            <a:spLocks noGrp="1"/>
          </p:cNvSpPr>
          <p:nvPr>
            <p:ph idx="1"/>
          </p:nvPr>
        </p:nvSpPr>
        <p:spPr>
          <a:xfrm>
            <a:off x="5212080" y="1124712"/>
            <a:ext cx="6309360" cy="5219700"/>
          </a:xfrm>
        </p:spPr>
        <p:txBody>
          <a:bodyPr rtlCol="0">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8" name="Retângulo 7">
            <a:extLst>
              <a:ext uri="{FF2B5EF4-FFF2-40B4-BE49-F238E27FC236}">
                <a16:creationId xmlns:a16="http://schemas.microsoft.com/office/drawing/2014/main" id="{91C6F58E-0CCE-AAF7-6F0A-E0B0FFF62A10}"/>
              </a:ext>
            </a:extLst>
          </p:cNvPr>
          <p:cNvSpPr/>
          <p:nvPr/>
        </p:nvSpPr>
        <p:spPr>
          <a:xfrm>
            <a:off x="-3" y="5655733"/>
            <a:ext cx="12191999" cy="1202267"/>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6075735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301752" y="1124712"/>
            <a:ext cx="3546235" cy="1533073"/>
          </a:xfrm>
        </p:spPr>
        <p:txBody>
          <a:bodyPr rtlCol="0" anchor="t">
            <a:normAutofit/>
          </a:bodyPr>
          <a:lstStyle>
            <a:lvl1pPr>
              <a:defRPr sz="3200"/>
            </a:lvl1pPr>
          </a:lstStyle>
          <a:p>
            <a:pPr rtl="0"/>
            <a:r>
              <a:rPr lang="pt-br"/>
              <a:t>Clique para editar o estilo de título Mestre</a:t>
            </a:r>
          </a:p>
        </p:txBody>
      </p:sp>
      <p:sp>
        <p:nvSpPr>
          <p:cNvPr id="23" name="Espaço Reservado para Data 22">
            <a:extLst>
              <a:ext uri="{FF2B5EF4-FFF2-40B4-BE49-F238E27FC236}">
                <a16:creationId xmlns:a16="http://schemas.microsoft.com/office/drawing/2014/main" id="{8ACB14E1-4D3B-B55C-4791-64F774AC361F}"/>
              </a:ext>
            </a:extLst>
          </p:cNvPr>
          <p:cNvSpPr>
            <a:spLocks noGrp="1"/>
          </p:cNvSpPr>
          <p:nvPr>
            <p:ph type="dt" sz="half" idx="14"/>
          </p:nvPr>
        </p:nvSpPr>
        <p:spPr/>
        <p:txBody>
          <a:bodyPr rtlCol="0"/>
          <a:lstStyle/>
          <a:p>
            <a:pPr rtl="0"/>
            <a:r>
              <a:rPr lang="en-US"/>
              <a:t>24/11/2025</a:t>
            </a:r>
          </a:p>
        </p:txBody>
      </p:sp>
      <p:sp>
        <p:nvSpPr>
          <p:cNvPr id="24" name="Espaço Reservado para Rodapé 23">
            <a:extLst>
              <a:ext uri="{FF2B5EF4-FFF2-40B4-BE49-F238E27FC236}">
                <a16:creationId xmlns:a16="http://schemas.microsoft.com/office/drawing/2014/main" id="{861F92C4-9651-789C-0B22-E6343EE25C7A}"/>
              </a:ext>
            </a:extLst>
          </p:cNvPr>
          <p:cNvSpPr>
            <a:spLocks noGrp="1"/>
          </p:cNvSpPr>
          <p:nvPr>
            <p:ph type="ftr" sz="quarter" idx="15"/>
          </p:nvPr>
        </p:nvSpPr>
        <p:spPr>
          <a:xfrm>
            <a:off x="5212080" y="210114"/>
            <a:ext cx="2509284" cy="365760"/>
          </a:xfrm>
        </p:spPr>
        <p:txBody>
          <a:bodyPr rtlCol="0"/>
          <a:lstStyle/>
          <a:p>
            <a:pPr rtl="0"/>
            <a:r>
              <a:rPr lang="pt-br"/>
              <a:t>Exemplo de Texto de Rodapé</a:t>
            </a:r>
          </a:p>
        </p:txBody>
      </p:sp>
      <p:sp>
        <p:nvSpPr>
          <p:cNvPr id="25" name="Espaço Reservado para o Número do Slide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4" name="Espaço Reservado para Texto 3">
            <a:extLst>
              <a:ext uri="{FF2B5EF4-FFF2-40B4-BE49-F238E27FC236}">
                <a16:creationId xmlns:a16="http://schemas.microsoft.com/office/drawing/2014/main" id="{F32C4A61-EF2A-C5A5-B150-4448600B3937}"/>
              </a:ext>
            </a:extLst>
          </p:cNvPr>
          <p:cNvSpPr>
            <a:spLocks noGrp="1"/>
          </p:cNvSpPr>
          <p:nvPr>
            <p:ph type="body" sz="half" idx="2"/>
          </p:nvPr>
        </p:nvSpPr>
        <p:spPr>
          <a:xfrm>
            <a:off x="301752" y="2706914"/>
            <a:ext cx="3236976" cy="3553861"/>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8" name="Espaço Reservado para Imagem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212080" y="1009816"/>
            <a:ext cx="6979920" cy="5856573"/>
          </a:xfrm>
          <a:blipFill>
            <a:blip r:embed="rId2">
              <a:alphaModFix amt="60000"/>
            </a:blip>
            <a:stretch>
              <a:fillRect/>
            </a:stretch>
          </a:blipFill>
        </p:spPr>
        <p:txBody>
          <a:bodyPr rtlCol="0"/>
          <a:lstStyle>
            <a:lvl1pPr>
              <a:defRPr/>
            </a:lvl1pPr>
          </a:lstStyle>
          <a:p>
            <a:pPr rtl="0"/>
            <a:r>
              <a:rPr lang="pt-br"/>
              <a:t>    </a:t>
            </a:r>
          </a:p>
        </p:txBody>
      </p:sp>
    </p:spTree>
    <p:extLst>
      <p:ext uri="{BB962C8B-B14F-4D97-AF65-F5344CB8AC3E}">
        <p14:creationId xmlns:p14="http://schemas.microsoft.com/office/powerpoint/2010/main" val="259335787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pPr rtl="0"/>
            <a:r>
              <a:rPr lang="pt-br"/>
              <a:t>Clique para editar o estilo de título Mestre</a:t>
            </a:r>
          </a:p>
        </p:txBody>
      </p:sp>
      <p:sp>
        <p:nvSpPr>
          <p:cNvPr id="4" name="Espaço Reservado para Data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pPr rtl="0"/>
            <a:r>
              <a:rPr lang="en-US"/>
              <a:t>24/11/2025</a:t>
            </a:r>
          </a:p>
        </p:txBody>
      </p:sp>
      <p:sp>
        <p:nvSpPr>
          <p:cNvPr id="5" name="Espaço Reservado para Rodapé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pPr rtl="0"/>
            <a:r>
              <a:rPr lang="pt-br"/>
              <a:t>Exemplo de Texto de Rodapé</a:t>
            </a:r>
            <a:endParaRPr lang="en-US"/>
          </a:p>
        </p:txBody>
      </p:sp>
      <p:sp>
        <p:nvSpPr>
          <p:cNvPr id="6" name="Espaço Reservado para o Número do Slide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pPr rtl="0"/>
            <a:fld id="{5E0677F5-4A8A-4BF1-96BE-3BAE8FBAFE2E}" type="slidenum">
              <a:rPr lang="en-US" smtClean="0"/>
              <a:pPr rtl="0"/>
              <a:t>‹nº›</a:t>
            </a:fld>
            <a:endParaRPr lang="en-US"/>
          </a:p>
        </p:txBody>
      </p:sp>
      <p:sp>
        <p:nvSpPr>
          <p:cNvPr id="3" name="Espaço Reservado para Texto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cxnSp>
        <p:nvCxnSpPr>
          <p:cNvPr id="16" name="Conector Reto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663286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p:hf hdr="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userDrawn="1">
          <p15:clr>
            <a:srgbClr val="F26B43"/>
          </p15:clr>
        </p15:guide>
        <p15:guide id="22" orient="horz" pos="2160" userDrawn="1">
          <p15:clr>
            <a:srgbClr val="F26B43"/>
          </p15:clr>
        </p15:guide>
        <p15:guide id="23" pos="4800" userDrawn="1">
          <p15:clr>
            <a:srgbClr val="F26B43"/>
          </p15:clr>
        </p15:guide>
        <p15:guide id="24" orient="horz" pos="480" userDrawn="1">
          <p15:clr>
            <a:srgbClr val="F26B43"/>
          </p15:clr>
        </p15:guide>
        <p15:guide id="25" orient="horz" pos="864" userDrawn="1">
          <p15:clr>
            <a:srgbClr val="F26B43"/>
          </p15:clr>
        </p15:guide>
        <p15:guide id="26" pos="7392" userDrawn="1">
          <p15:clr>
            <a:srgbClr val="F26B43"/>
          </p15:clr>
        </p15:guide>
        <p15:guide id="27" orient="horz" pos="3840" userDrawn="1">
          <p15:clr>
            <a:srgbClr val="F26B43"/>
          </p15:clr>
        </p15:guide>
        <p15:guide id="28" pos="240" userDrawn="1">
          <p15:clr>
            <a:srgbClr val="F26B43"/>
          </p15:clr>
        </p15:guide>
        <p15:guide id="29" pos="74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8.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8.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9D77B7-37DA-9213-FAB8-F5256F1E26C5}"/>
              </a:ext>
            </a:extLst>
          </p:cNvPr>
          <p:cNvSpPr>
            <a:spLocks noGrp="1"/>
          </p:cNvSpPr>
          <p:nvPr>
            <p:ph type="title"/>
          </p:nvPr>
        </p:nvSpPr>
        <p:spPr>
          <a:xfrm>
            <a:off x="268722" y="906109"/>
            <a:ext cx="3620078" cy="3445173"/>
          </a:xfrm>
        </p:spPr>
        <p:txBody>
          <a:bodyPr anchor="t">
            <a:normAutofit/>
          </a:bodyPr>
          <a:lstStyle/>
          <a:p>
            <a:r>
              <a:rPr lang="en-US"/>
              <a:t>Atividade Prática de SQL e Modelagem de Dados – EmpresaDB</a:t>
            </a:r>
          </a:p>
        </p:txBody>
      </p:sp>
      <p:sp>
        <p:nvSpPr>
          <p:cNvPr id="4" name="Subtitle 3">
            <a:extLst>
              <a:ext uri="{FF2B5EF4-FFF2-40B4-BE49-F238E27FC236}">
                <a16:creationId xmlns:a16="http://schemas.microsoft.com/office/drawing/2014/main" id="{3DAEBB13-3EC1-03B7-3C95-02CE0D0CD03A}"/>
              </a:ext>
            </a:extLst>
          </p:cNvPr>
          <p:cNvSpPr>
            <a:spLocks noGrp="1"/>
          </p:cNvSpPr>
          <p:nvPr>
            <p:ph type="subTitle" idx="1"/>
          </p:nvPr>
        </p:nvSpPr>
        <p:spPr>
          <a:xfrm>
            <a:off x="268722" y="5473037"/>
            <a:ext cx="3521018" cy="880873"/>
          </a:xfrm>
        </p:spPr>
        <p:txBody>
          <a:bodyPr anchor="b">
            <a:normAutofit/>
          </a:bodyPr>
          <a:lstStyle/>
          <a:p>
            <a:r>
              <a:rPr lang="en-US" dirty="0"/>
              <a:t>Alickson Ramos</a:t>
            </a:r>
          </a:p>
        </p:txBody>
      </p:sp>
      <p:sp>
        <p:nvSpPr>
          <p:cNvPr id="6" name="Footer Placeholder 5">
            <a:extLst>
              <a:ext uri="{FF2B5EF4-FFF2-40B4-BE49-F238E27FC236}">
                <a16:creationId xmlns:a16="http://schemas.microsoft.com/office/drawing/2014/main" id="{E892D0EA-E73C-708B-17B7-060219315105}"/>
              </a:ext>
            </a:extLst>
          </p:cNvPr>
          <p:cNvSpPr>
            <a:spLocks noGrp="1"/>
          </p:cNvSpPr>
          <p:nvPr>
            <p:ph type="ftr" sz="quarter" idx="15"/>
          </p:nvPr>
        </p:nvSpPr>
        <p:spPr>
          <a:xfrm>
            <a:off x="268722" y="210114"/>
            <a:ext cx="2360128" cy="365760"/>
          </a:xfrm>
        </p:spPr>
        <p:txBody>
          <a:bodyPr anchor="ctr">
            <a:normAutofit/>
          </a:bodyPr>
          <a:lstStyle/>
          <a:p>
            <a:pPr rtl="0">
              <a:spcAft>
                <a:spcPts val="600"/>
              </a:spcAft>
            </a:pPr>
            <a:r>
              <a:rPr lang="pt-br" dirty="0"/>
              <a:t>ADO - 1</a:t>
            </a:r>
          </a:p>
        </p:txBody>
      </p:sp>
      <p:sp>
        <p:nvSpPr>
          <p:cNvPr id="5" name="Date Placeholder 4">
            <a:extLst>
              <a:ext uri="{FF2B5EF4-FFF2-40B4-BE49-F238E27FC236}">
                <a16:creationId xmlns:a16="http://schemas.microsoft.com/office/drawing/2014/main" id="{0FC4EDC8-2A3E-492C-8664-5EDB1BD5424F}"/>
              </a:ext>
            </a:extLst>
          </p:cNvPr>
          <p:cNvSpPr>
            <a:spLocks noGrp="1"/>
          </p:cNvSpPr>
          <p:nvPr>
            <p:ph type="dt" sz="half" idx="14"/>
          </p:nvPr>
        </p:nvSpPr>
        <p:spPr>
          <a:xfrm>
            <a:off x="2645216" y="210114"/>
            <a:ext cx="1005840" cy="365760"/>
          </a:xfrm>
        </p:spPr>
        <p:txBody>
          <a:bodyPr anchor="ctr">
            <a:normAutofit/>
          </a:bodyPr>
          <a:lstStyle/>
          <a:p>
            <a:pPr rtl="0">
              <a:spcAft>
                <a:spcPts val="600"/>
              </a:spcAft>
            </a:pPr>
            <a:r>
              <a:rPr lang="en-US" dirty="0"/>
              <a:t>06/04/2026</a:t>
            </a:r>
          </a:p>
        </p:txBody>
      </p:sp>
      <p:sp>
        <p:nvSpPr>
          <p:cNvPr id="7" name="Slide Number Placeholder 6">
            <a:extLst>
              <a:ext uri="{FF2B5EF4-FFF2-40B4-BE49-F238E27FC236}">
                <a16:creationId xmlns:a16="http://schemas.microsoft.com/office/drawing/2014/main" id="{EE6417C7-6C1D-4410-962C-D486A556644E}"/>
              </a:ext>
            </a:extLst>
          </p:cNvPr>
          <p:cNvSpPr>
            <a:spLocks noGrp="1"/>
          </p:cNvSpPr>
          <p:nvPr>
            <p:ph type="sldNum" sz="quarter" idx="16"/>
          </p:nvPr>
        </p:nvSpPr>
        <p:spPr>
          <a:xfrm>
            <a:off x="3760180" y="210114"/>
            <a:ext cx="495299" cy="365760"/>
          </a:xfrm>
        </p:spPr>
        <p:txBody>
          <a:bodyPr anchor="ctr">
            <a:normAutofit/>
          </a:bodyPr>
          <a:lstStyle/>
          <a:p>
            <a:pPr rtl="0">
              <a:spcAft>
                <a:spcPts val="600"/>
              </a:spcAft>
            </a:pPr>
            <a:fld id="{5E0677F5-4A8A-4BF1-96BE-3BAE8FBAFE2E}" type="slidenum">
              <a:rPr lang="en-US" smtClean="0"/>
              <a:pPr rtl="0">
                <a:spcAft>
                  <a:spcPts val="600"/>
                </a:spcAft>
              </a:pPr>
              <a:t>1</a:t>
            </a:fld>
            <a:endParaRPr lang="en-US"/>
          </a:p>
        </p:txBody>
      </p:sp>
      <p:pic>
        <p:nvPicPr>
          <p:cNvPr id="8" name="Picture Placeholder 7" descr="programa abstrato código binário e cubo de matriz colorida Banco de dados">
            <a:extLst>
              <a:ext uri="{FF2B5EF4-FFF2-40B4-BE49-F238E27FC236}">
                <a16:creationId xmlns:a16="http://schemas.microsoft.com/office/drawing/2014/main" id="{7EEAFCC1-1E53-48CD-9C67-08A2DA0752FC}"/>
              </a:ext>
            </a:extLst>
          </p:cNvPr>
          <p:cNvPicPr>
            <a:picLocks noGrp="1" noChangeAspect="1"/>
          </p:cNvPicPr>
          <p:nvPr>
            <p:ph type="pic" sz="quarter" idx="13"/>
          </p:nvPr>
        </p:nvPicPr>
        <p:blipFill>
          <a:blip r:embed="rId3"/>
          <a:srcRect l="32222" r="2" b="2"/>
          <a:stretch>
            <a:fillRect/>
          </a:stretch>
        </p:blipFill>
        <p:spPr>
          <a:xfrm>
            <a:off x="4572000" y="10"/>
            <a:ext cx="7620000" cy="6857990"/>
          </a:xfrm>
          <a:blipFill>
            <a:blip r:embed="rId4">
              <a:alphaModFix amt="70000"/>
            </a:blip>
            <a:stretch>
              <a:fillRect/>
            </a:stretch>
          </a:blipFill>
        </p:spPr>
      </p:pic>
    </p:spTree>
    <p:extLst>
      <p:ext uri="{BB962C8B-B14F-4D97-AF65-F5344CB8AC3E}">
        <p14:creationId xmlns:p14="http://schemas.microsoft.com/office/powerpoint/2010/main" val="1682664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00"/>
                                        <p:tgtEl>
                                          <p:spTgt spid="4">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4"/>
                                        </p:tgtEl>
                                        <p:attrNameLst>
                                          <p:attrName>style.visibility</p:attrName>
                                        </p:attrNameLst>
                                      </p:cBhvr>
                                      <p:to>
                                        <p:strVal val="visible"/>
                                      </p:to>
                                    </p:set>
                                    <p:animEffect transition="in" filter="fade">
                                      <p:cBhvr>
                                        <p:cTn id="13" dur="250"/>
                                        <p:tgtEl>
                                          <p:spTgt spid="4"/>
                                        </p:tgtEl>
                                      </p:cBhvr>
                                    </p:animEffect>
                                    <p:anim calcmode="lin" valueType="num">
                                      <p:cBhvr>
                                        <p:cTn id="14" dur="250" fill="hold"/>
                                        <p:tgtEl>
                                          <p:spTgt spid="4"/>
                                        </p:tgtEl>
                                        <p:attrNameLst>
                                          <p:attrName>ppt_x</p:attrName>
                                        </p:attrNameLst>
                                      </p:cBhvr>
                                      <p:tavLst>
                                        <p:tav tm="0">
                                          <p:val>
                                            <p:strVal val="#ppt_x"/>
                                          </p:val>
                                        </p:tav>
                                        <p:tav tm="100000">
                                          <p:val>
                                            <p:strVal val="#ppt_x"/>
                                          </p:val>
                                        </p:tav>
                                      </p:tavLst>
                                    </p:anim>
                                    <p:anim calcmode="lin" valueType="num">
                                      <p:cBhvr>
                                        <p:cTn id="15"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4"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0EA228-5E9E-E0E4-4337-F84B256027BF}"/>
              </a:ext>
            </a:extLst>
          </p:cNvPr>
          <p:cNvSpPr>
            <a:spLocks noGrp="1"/>
          </p:cNvSpPr>
          <p:nvPr>
            <p:ph type="title"/>
          </p:nvPr>
        </p:nvSpPr>
        <p:spPr>
          <a:xfrm>
            <a:off x="3018499" y="952500"/>
            <a:ext cx="8887299" cy="5636798"/>
          </a:xfrm>
        </p:spPr>
        <p:txBody>
          <a:bodyPr anchor="b">
            <a:normAutofit/>
          </a:bodyPr>
          <a:lstStyle/>
          <a:p>
            <a:r>
              <a:rPr lang="en-US"/>
              <a:t>Desenvolvimento da Atividade SQL e Banco de Dados EmpresaDB</a:t>
            </a:r>
          </a:p>
        </p:txBody>
      </p:sp>
    </p:spTree>
    <p:extLst>
      <p:ext uri="{BB962C8B-B14F-4D97-AF65-F5344CB8AC3E}">
        <p14:creationId xmlns:p14="http://schemas.microsoft.com/office/powerpoint/2010/main" val="33194195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C92F5-02F5-2F4F-52A2-740788B52458}"/>
              </a:ext>
            </a:extLst>
          </p:cNvPr>
          <p:cNvSpPr>
            <a:spLocks noGrp="1"/>
          </p:cNvSpPr>
          <p:nvPr>
            <p:ph type="title"/>
          </p:nvPr>
        </p:nvSpPr>
        <p:spPr>
          <a:xfrm>
            <a:off x="5210016" y="957435"/>
            <a:ext cx="6400800" cy="885847"/>
          </a:xfrm>
        </p:spPr>
        <p:txBody>
          <a:bodyPr anchor="b">
            <a:normAutofit/>
          </a:bodyPr>
          <a:lstStyle/>
          <a:p>
            <a:r>
              <a:rPr lang="en-US"/>
              <a:t>Modelo Entidade-Relacionamento (ER) do Banco EmpresaDB</a:t>
            </a:r>
          </a:p>
        </p:txBody>
      </p:sp>
      <p:pic>
        <p:nvPicPr>
          <p:cNvPr id="8" name="Content Placeholder 7" descr="Mídias sociais">
            <a:extLst>
              <a:ext uri="{FF2B5EF4-FFF2-40B4-BE49-F238E27FC236}">
                <a16:creationId xmlns:a16="http://schemas.microsoft.com/office/drawing/2014/main" id="{C35982B8-0CBC-4FA9-B9D9-61A44DF57B4F}"/>
              </a:ext>
            </a:extLst>
          </p:cNvPr>
          <p:cNvPicPr>
            <a:picLocks noGrp="1" noChangeAspect="1"/>
          </p:cNvPicPr>
          <p:nvPr>
            <p:ph type="pic" sz="quarter" idx="15"/>
          </p:nvPr>
        </p:nvPicPr>
        <p:blipFill>
          <a:blip r:embed="rId3"/>
          <a:stretch/>
        </p:blipFill>
        <p:spPr>
          <a:xfrm>
            <a:off x="2" y="868733"/>
            <a:ext cx="4698090" cy="5120534"/>
          </a:xfrm>
        </p:spPr>
      </p:pic>
      <p:sp>
        <p:nvSpPr>
          <p:cNvPr id="7" name="Content Placeholder 6">
            <a:extLst>
              <a:ext uri="{FF2B5EF4-FFF2-40B4-BE49-F238E27FC236}">
                <a16:creationId xmlns:a16="http://schemas.microsoft.com/office/drawing/2014/main" id="{1B5894D8-00B9-D14D-6E46-A819CCD29F8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indent="0">
              <a:spcBef>
                <a:spcPts val="2500"/>
              </a:spcBef>
              <a:buFont typeface="Arial" panose="020B0604020202020204" pitchFamily="34" charset="0"/>
              <a:buNone/>
            </a:pPr>
            <a:r>
              <a:rPr lang="en-US" b="1"/>
              <a:t>Entidades Principais</a:t>
            </a:r>
          </a:p>
          <a:p>
            <a:pPr marL="0" lvl="1" indent="0">
              <a:buFont typeface="Arial" panose="020B0604020202020204" pitchFamily="34" charset="0"/>
              <a:buNone/>
            </a:pPr>
            <a:r>
              <a:t>O modelo inclui as entidades Funcionarios e Departamentos, representando os colaboradores e setores da empresa.</a:t>
            </a:r>
            <a:endParaRPr lang="en-US"/>
          </a:p>
          <a:p>
            <a:pPr marL="0" indent="0">
              <a:spcBef>
                <a:spcPts val="2500"/>
              </a:spcBef>
              <a:buFont typeface="Arial" panose="020B0604020202020204" pitchFamily="34" charset="0"/>
              <a:buNone/>
            </a:pPr>
            <a:r>
              <a:rPr lang="en-US" b="1"/>
              <a:t>Atributos das Entidades</a:t>
            </a:r>
          </a:p>
          <a:p>
            <a:pPr marL="0" lvl="1" indent="0">
              <a:buFont typeface="Arial" panose="020B0604020202020204" pitchFamily="34" charset="0"/>
              <a:buNone/>
            </a:pPr>
            <a:r>
              <a:t>Funcionarios possui id, nome, cargo, salário, data_admissao e departamento_id; Departamentos contém id e nome.</a:t>
            </a:r>
            <a:endParaRPr lang="en-US"/>
          </a:p>
          <a:p>
            <a:pPr marL="0" indent="0">
              <a:spcBef>
                <a:spcPts val="2500"/>
              </a:spcBef>
              <a:buFont typeface="Arial" panose="020B0604020202020204" pitchFamily="34" charset="0"/>
              <a:buNone/>
            </a:pPr>
            <a:r>
              <a:rPr lang="en-US" b="1"/>
              <a:t>Relacionamento 1:N</a:t>
            </a:r>
          </a:p>
          <a:p>
            <a:pPr marL="0" lvl="1" indent="0">
              <a:buFont typeface="Arial" panose="020B0604020202020204" pitchFamily="34" charset="0"/>
              <a:buNone/>
            </a:pPr>
            <a:r>
              <a:t>Um departamento pode ter vários funcionários, mas cada funcionário pertence a um único departamento.</a:t>
            </a:r>
            <a:endParaRPr lang="en-US"/>
          </a:p>
          <a:p>
            <a:pPr marL="0" indent="0">
              <a:spcBef>
                <a:spcPts val="2500"/>
              </a:spcBef>
              <a:buFont typeface="Arial" panose="020B0604020202020204" pitchFamily="34" charset="0"/>
              <a:buNone/>
            </a:pPr>
            <a:r>
              <a:rPr lang="en-US" b="1"/>
              <a:t>Chaves Primárias e Estrangeiras</a:t>
            </a:r>
          </a:p>
          <a:p>
            <a:pPr marL="0" lvl="1" indent="0">
              <a:buFont typeface="Arial" panose="020B0604020202020204" pitchFamily="34" charset="0"/>
              <a:buNone/>
            </a:pPr>
            <a:r>
              <a:t>Chaves primárias garantem unicidade; chave estrangeira departamento_id conecta Funcionarios a Departamentos.</a:t>
            </a:r>
            <a:endParaRPr lang="en-US"/>
          </a:p>
        </p:txBody>
      </p:sp>
    </p:spTree>
    <p:extLst>
      <p:ext uri="{BB962C8B-B14F-4D97-AF65-F5344CB8AC3E}">
        <p14:creationId xmlns:p14="http://schemas.microsoft.com/office/powerpoint/2010/main" val="29737472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CE791-14E9-9CB1-99BE-CC37573622C6}"/>
              </a:ext>
            </a:extLst>
          </p:cNvPr>
          <p:cNvSpPr>
            <a:spLocks noGrp="1"/>
          </p:cNvSpPr>
          <p:nvPr>
            <p:ph type="title"/>
          </p:nvPr>
        </p:nvSpPr>
        <p:spPr>
          <a:xfrm>
            <a:off x="301752" y="1010934"/>
            <a:ext cx="3507418" cy="1398494"/>
          </a:xfrm>
        </p:spPr>
        <p:txBody>
          <a:bodyPr anchor="t">
            <a:normAutofit/>
          </a:bodyPr>
          <a:lstStyle/>
          <a:p>
            <a:r>
              <a:rPr lang="en-US" sz="2600"/>
              <a:t>Estrutura e Explicação do Banco de Dados EmpresaDB</a:t>
            </a:r>
          </a:p>
        </p:txBody>
      </p:sp>
      <p:pic>
        <p:nvPicPr>
          <p:cNvPr id="8" name="Content Placeholder 7" descr="Pasta de arquivos, big data rede internet, computação em nuvem">
            <a:extLst>
              <a:ext uri="{FF2B5EF4-FFF2-40B4-BE49-F238E27FC236}">
                <a16:creationId xmlns:a16="http://schemas.microsoft.com/office/drawing/2014/main" id="{9E9C1C72-ADD7-450D-9597-E638616C8AAD}"/>
              </a:ext>
            </a:extLst>
          </p:cNvPr>
          <p:cNvPicPr>
            <a:picLocks noGrp="1" noChangeAspect="1"/>
          </p:cNvPicPr>
          <p:nvPr>
            <p:ph type="pic" sz="quarter" idx="17"/>
          </p:nvPr>
        </p:nvPicPr>
        <p:blipFill>
          <a:blip r:embed="rId3"/>
          <a:stretch/>
        </p:blipFill>
        <p:spPr>
          <a:xfrm>
            <a:off x="451351" y="3462170"/>
            <a:ext cx="3357819" cy="2098636"/>
          </a:xfrm>
        </p:spPr>
      </p:pic>
      <p:sp>
        <p:nvSpPr>
          <p:cNvPr id="7" name="Content Placeholder 6">
            <a:extLst>
              <a:ext uri="{FF2B5EF4-FFF2-40B4-BE49-F238E27FC236}">
                <a16:creationId xmlns:a16="http://schemas.microsoft.com/office/drawing/2014/main" id="{A775C94A-B1E0-3920-CF83-36A797B9011E}"/>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32679" y="1010932"/>
            <a:ext cx="6492240" cy="5212080"/>
          </a:xfrm>
        </p:spPr>
        <p:txBody>
          <a:bodyPr>
            <a:normAutofit/>
          </a:bodyPr>
          <a:lstStyle/>
          <a:p>
            <a:pPr marL="0" indent="0">
              <a:spcBef>
                <a:spcPts val="2500"/>
              </a:spcBef>
              <a:buFont typeface="Arial" panose="020B0604020202020204" pitchFamily="34" charset="0"/>
              <a:buNone/>
            </a:pPr>
            <a:r>
              <a:rPr lang="en-US" b="1"/>
              <a:t>Criação e Estrutura de Tabelas</a:t>
            </a:r>
          </a:p>
          <a:p>
            <a:pPr marL="0" lvl="1" indent="0">
              <a:buFont typeface="Arial" panose="020B0604020202020204" pitchFamily="34" charset="0"/>
              <a:buNone/>
            </a:pPr>
            <a:r>
              <a:t>O EmpresaDB possui tabelas Departamentos e Funcionários para organizar dados empresariais de forma estruturada.</a:t>
            </a:r>
            <a:endParaRPr lang="en-US"/>
          </a:p>
          <a:p>
            <a:pPr marL="0" indent="0">
              <a:spcBef>
                <a:spcPts val="2500"/>
              </a:spcBef>
              <a:buFont typeface="Arial" panose="020B0604020202020204" pitchFamily="34" charset="0"/>
              <a:buNone/>
            </a:pPr>
            <a:r>
              <a:rPr lang="en-US" b="1"/>
              <a:t>Relacionamento com Chaves</a:t>
            </a:r>
          </a:p>
          <a:p>
            <a:pPr marL="0" lvl="1" indent="0">
              <a:buFont typeface="Arial" panose="020B0604020202020204" pitchFamily="34" charset="0"/>
              <a:buNone/>
            </a:pPr>
            <a:r>
              <a:t>A chave estrangeira departamento_id vincula funcionários ao seu departamento garantindo integridade referencial.</a:t>
            </a:r>
            <a:endParaRPr lang="en-US"/>
          </a:p>
          <a:p>
            <a:pPr marL="0" indent="0">
              <a:spcBef>
                <a:spcPts val="2500"/>
              </a:spcBef>
              <a:buFont typeface="Arial" panose="020B0604020202020204" pitchFamily="34" charset="0"/>
              <a:buNone/>
            </a:pPr>
            <a:r>
              <a:rPr lang="en-US" b="1"/>
              <a:t>Tipos de Dados e Restrições</a:t>
            </a:r>
          </a:p>
          <a:p>
            <a:pPr marL="0" lvl="1" indent="0">
              <a:buFont typeface="Arial" panose="020B0604020202020204" pitchFamily="34" charset="0"/>
              <a:buNone/>
            </a:pPr>
            <a:r>
              <a:t>Tipos VARCHAR, DECIMAL e DATE são usados com restrições NOT NULL para garantir dados precisos e completos.</a:t>
            </a:r>
            <a:endParaRPr lang="en-US"/>
          </a:p>
          <a:p>
            <a:pPr marL="0" indent="0">
              <a:spcBef>
                <a:spcPts val="2500"/>
              </a:spcBef>
              <a:buFont typeface="Arial" panose="020B0604020202020204" pitchFamily="34" charset="0"/>
              <a:buNone/>
            </a:pPr>
            <a:r>
              <a:rPr lang="en-US" b="1"/>
              <a:t>Aplicações e Benefícios</a:t>
            </a:r>
          </a:p>
          <a:p>
            <a:pPr marL="0" lvl="1" indent="0">
              <a:buFont typeface="Arial" panose="020B0604020202020204" pitchFamily="34" charset="0"/>
              <a:buNone/>
            </a:pPr>
            <a:r>
              <a:t>Essa estrutura permite consultas eficientes, análises por departamento e prática eficaz de comandos SQL.</a:t>
            </a:r>
            <a:endParaRPr lang="en-US"/>
          </a:p>
        </p:txBody>
      </p:sp>
    </p:spTree>
    <p:extLst>
      <p:ext uri="{BB962C8B-B14F-4D97-AF65-F5344CB8AC3E}">
        <p14:creationId xmlns:p14="http://schemas.microsoft.com/office/powerpoint/2010/main" val="18646666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44441-87C8-506F-F8AB-B5C56F482DF5}"/>
              </a:ext>
            </a:extLst>
          </p:cNvPr>
          <p:cNvSpPr>
            <a:spLocks noGrp="1"/>
          </p:cNvSpPr>
          <p:nvPr>
            <p:ph type="title"/>
          </p:nvPr>
        </p:nvSpPr>
        <p:spPr>
          <a:xfrm>
            <a:off x="180816" y="184549"/>
            <a:ext cx="6400800" cy="885847"/>
          </a:xfrm>
        </p:spPr>
        <p:txBody>
          <a:bodyPr anchor="b">
            <a:normAutofit/>
          </a:bodyPr>
          <a:lstStyle/>
          <a:p>
            <a:r>
              <a:rPr lang="en-US" dirty="0" err="1"/>
              <a:t>Consultas</a:t>
            </a:r>
            <a:r>
              <a:rPr lang="en-US" dirty="0"/>
              <a:t> SQL </a:t>
            </a:r>
            <a:r>
              <a:rPr lang="en-US" dirty="0" err="1"/>
              <a:t>Realizadas</a:t>
            </a:r>
            <a:r>
              <a:rPr lang="en-US" dirty="0"/>
              <a:t> e </a:t>
            </a:r>
            <a:r>
              <a:rPr lang="en-US" dirty="0" err="1"/>
              <a:t>Resultados</a:t>
            </a:r>
            <a:r>
              <a:rPr lang="en-US" dirty="0"/>
              <a:t> </a:t>
            </a:r>
            <a:r>
              <a:rPr lang="en-US" dirty="0" err="1"/>
              <a:t>Obtidos</a:t>
            </a:r>
            <a:endParaRPr lang="en-US" dirty="0"/>
          </a:p>
        </p:txBody>
      </p:sp>
      <p:pic>
        <p:nvPicPr>
          <p:cNvPr id="11" name="Espaço Reservado para Conteúdo 10">
            <a:extLst>
              <a:ext uri="{FF2B5EF4-FFF2-40B4-BE49-F238E27FC236}">
                <a16:creationId xmlns:a16="http://schemas.microsoft.com/office/drawing/2014/main" id="{DF14EBC5-3117-CE90-D240-135CD25190A4}"/>
              </a:ext>
            </a:extLst>
          </p:cNvPr>
          <p:cNvPicPr>
            <a:picLocks noGrp="1" noChangeAspect="1"/>
          </p:cNvPicPr>
          <p:nvPr>
            <p:ph sz="quarter" idx="14"/>
          </p:nvPr>
        </p:nvPicPr>
        <p:blipFill>
          <a:blip r:embed="rId3" cstate="print">
            <a:extLst>
              <a:ext uri="{28A0092B-C50C-407E-A947-70E740481C1C}">
                <a14:useLocalDpi xmlns:a14="http://schemas.microsoft.com/office/drawing/2010/main" val="0"/>
              </a:ext>
            </a:extLst>
          </a:blip>
          <a:stretch>
            <a:fillRect/>
          </a:stretch>
        </p:blipFill>
        <p:spPr>
          <a:xfrm>
            <a:off x="560941" y="1869701"/>
            <a:ext cx="4540217" cy="3118595"/>
          </a:xfrm>
          <a:prstGeom prst="rect">
            <a:avLst/>
          </a:prstGeom>
        </p:spPr>
      </p:pic>
      <p:sp>
        <p:nvSpPr>
          <p:cNvPr id="13" name="CaixaDeTexto 12">
            <a:extLst>
              <a:ext uri="{FF2B5EF4-FFF2-40B4-BE49-F238E27FC236}">
                <a16:creationId xmlns:a16="http://schemas.microsoft.com/office/drawing/2014/main" id="{F50F1FBF-F3C2-3CEF-B4EA-7B0BC3079A02}"/>
              </a:ext>
            </a:extLst>
          </p:cNvPr>
          <p:cNvSpPr txBox="1"/>
          <p:nvPr/>
        </p:nvSpPr>
        <p:spPr>
          <a:xfrm>
            <a:off x="333216" y="1146883"/>
            <a:ext cx="6096000" cy="646331"/>
          </a:xfrm>
          <a:prstGeom prst="rect">
            <a:avLst/>
          </a:prstGeom>
          <a:noFill/>
        </p:spPr>
        <p:txBody>
          <a:bodyPr wrap="square">
            <a:spAutoFit/>
          </a:bodyPr>
          <a:lstStyle/>
          <a:p>
            <a:pPr algn="l">
              <a:spcAft>
                <a:spcPts val="450"/>
              </a:spcAft>
              <a:buFont typeface="Arial" panose="020B0604020202020204" pitchFamily="34" charset="0"/>
              <a:buChar char="•"/>
            </a:pPr>
            <a:r>
              <a:rPr lang="pt-BR" b="0" i="0" dirty="0">
                <a:solidFill>
                  <a:srgbClr val="666666"/>
                </a:solidFill>
                <a:effectLst/>
                <a:latin typeface="Open Sans" panose="020B0606030504020204" pitchFamily="34" charset="0"/>
              </a:rPr>
              <a:t>a) Selecione </a:t>
            </a:r>
            <a:r>
              <a:rPr lang="pt-BR" b="1" i="0" dirty="0">
                <a:solidFill>
                  <a:srgbClr val="666666"/>
                </a:solidFill>
                <a:effectLst/>
                <a:latin typeface="Open Sans" panose="020B0606030504020204" pitchFamily="34" charset="0"/>
              </a:rPr>
              <a:t>todos os funcionários</a:t>
            </a:r>
            <a:r>
              <a:rPr lang="pt-BR" b="0" i="0" dirty="0">
                <a:solidFill>
                  <a:srgbClr val="666666"/>
                </a:solidFill>
                <a:effectLst/>
                <a:latin typeface="Open Sans" panose="020B0606030504020204" pitchFamily="34" charset="0"/>
              </a:rPr>
              <a:t> cadastrados na tabela.</a:t>
            </a:r>
          </a:p>
        </p:txBody>
      </p:sp>
      <p:sp>
        <p:nvSpPr>
          <p:cNvPr id="15" name="CaixaDeTexto 14">
            <a:extLst>
              <a:ext uri="{FF2B5EF4-FFF2-40B4-BE49-F238E27FC236}">
                <a16:creationId xmlns:a16="http://schemas.microsoft.com/office/drawing/2014/main" id="{789E2390-307F-9BD7-3533-DCA66DEA2738}"/>
              </a:ext>
            </a:extLst>
          </p:cNvPr>
          <p:cNvSpPr txBox="1"/>
          <p:nvPr/>
        </p:nvSpPr>
        <p:spPr>
          <a:xfrm>
            <a:off x="6727372" y="5801233"/>
            <a:ext cx="6096000" cy="1264449"/>
          </a:xfrm>
          <a:prstGeom prst="rect">
            <a:avLst/>
          </a:prstGeom>
          <a:noFill/>
        </p:spPr>
        <p:txBody>
          <a:bodyPr wrap="square">
            <a:spAutoFit/>
          </a:bodyPr>
          <a:lstStyle/>
          <a:p>
            <a:pPr algn="l">
              <a:spcAft>
                <a:spcPts val="450"/>
              </a:spcAft>
              <a:buFont typeface="Arial" panose="020B0604020202020204" pitchFamily="34" charset="0"/>
              <a:buChar char="•"/>
            </a:pPr>
            <a:r>
              <a:rPr lang="pt-BR" b="0" i="0" dirty="0">
                <a:solidFill>
                  <a:srgbClr val="666666"/>
                </a:solidFill>
                <a:effectLst/>
                <a:latin typeface="Open Sans" panose="020B0606030504020204" pitchFamily="34" charset="0"/>
              </a:rPr>
              <a:t>b) Selecione </a:t>
            </a:r>
            <a:r>
              <a:rPr lang="pt-BR" b="1" i="0" dirty="0">
                <a:solidFill>
                  <a:srgbClr val="666666"/>
                </a:solidFill>
                <a:effectLst/>
                <a:latin typeface="Open Sans" panose="020B0606030504020204" pitchFamily="34" charset="0"/>
              </a:rPr>
              <a:t>apenas os funcionários do departamento "TI"</a:t>
            </a:r>
            <a:r>
              <a:rPr lang="pt-BR" b="0" i="0" dirty="0">
                <a:solidFill>
                  <a:srgbClr val="666666"/>
                </a:solidFill>
                <a:effectLst/>
                <a:latin typeface="Open Sans" panose="020B0606030504020204" pitchFamily="34" charset="0"/>
              </a:rPr>
              <a:t>.</a:t>
            </a:r>
          </a:p>
          <a:p>
            <a:pPr>
              <a:buNone/>
            </a:pPr>
            <a:br>
              <a:rPr lang="pt-BR" dirty="0"/>
            </a:br>
            <a:endParaRPr lang="pt-BR" dirty="0"/>
          </a:p>
        </p:txBody>
      </p:sp>
      <p:pic>
        <p:nvPicPr>
          <p:cNvPr id="16" name="Espaço Reservado para Conteúdo 10">
            <a:extLst>
              <a:ext uri="{FF2B5EF4-FFF2-40B4-BE49-F238E27FC236}">
                <a16:creationId xmlns:a16="http://schemas.microsoft.com/office/drawing/2014/main" id="{F8DE03F3-3FCA-B6EC-B0AC-003985A42FB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6727372" y="1869700"/>
            <a:ext cx="4540217" cy="3118595"/>
          </a:xfrm>
          <a:prstGeom prst="rect">
            <a:avLst/>
          </a:prstGeom>
        </p:spPr>
      </p:pic>
    </p:spTree>
    <p:extLst>
      <p:ext uri="{BB962C8B-B14F-4D97-AF65-F5344CB8AC3E}">
        <p14:creationId xmlns:p14="http://schemas.microsoft.com/office/powerpoint/2010/main" val="392422615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0CE05-FE7E-22C5-DA2E-C321DA3CD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DE1190-6EE1-4408-9BC4-EA938A1BE904}"/>
              </a:ext>
            </a:extLst>
          </p:cNvPr>
          <p:cNvSpPr>
            <a:spLocks noGrp="1"/>
          </p:cNvSpPr>
          <p:nvPr>
            <p:ph type="title"/>
          </p:nvPr>
        </p:nvSpPr>
        <p:spPr>
          <a:xfrm>
            <a:off x="180816" y="184549"/>
            <a:ext cx="6400800" cy="885847"/>
          </a:xfrm>
        </p:spPr>
        <p:txBody>
          <a:bodyPr anchor="b">
            <a:normAutofit/>
          </a:bodyPr>
          <a:lstStyle/>
          <a:p>
            <a:r>
              <a:rPr lang="en-US" dirty="0" err="1"/>
              <a:t>Consultas</a:t>
            </a:r>
            <a:r>
              <a:rPr lang="en-US" dirty="0"/>
              <a:t> SQL </a:t>
            </a:r>
            <a:r>
              <a:rPr lang="en-US" dirty="0" err="1"/>
              <a:t>Realizadas</a:t>
            </a:r>
            <a:r>
              <a:rPr lang="en-US" dirty="0"/>
              <a:t> e </a:t>
            </a:r>
            <a:r>
              <a:rPr lang="en-US" dirty="0" err="1"/>
              <a:t>Resultados</a:t>
            </a:r>
            <a:r>
              <a:rPr lang="en-US" dirty="0"/>
              <a:t> </a:t>
            </a:r>
            <a:r>
              <a:rPr lang="en-US" dirty="0" err="1"/>
              <a:t>Obtidos</a:t>
            </a:r>
            <a:endParaRPr lang="en-US" dirty="0"/>
          </a:p>
        </p:txBody>
      </p:sp>
      <p:pic>
        <p:nvPicPr>
          <p:cNvPr id="11" name="Espaço Reservado para Conteúdo 10">
            <a:extLst>
              <a:ext uri="{FF2B5EF4-FFF2-40B4-BE49-F238E27FC236}">
                <a16:creationId xmlns:a16="http://schemas.microsoft.com/office/drawing/2014/main" id="{BA20E5F5-1D71-51FA-8315-264D8C6527D3}"/>
              </a:ext>
            </a:extLst>
          </p:cNvPr>
          <p:cNvPicPr>
            <a:picLocks noGrp="1" noChangeAspect="1"/>
          </p:cNvPicPr>
          <p:nvPr>
            <p:ph sz="quarter" idx="14"/>
          </p:nvPr>
        </p:nvPicPr>
        <p:blipFill>
          <a:blip r:embed="rId3" cstate="print">
            <a:extLst>
              <a:ext uri="{28A0092B-C50C-407E-A947-70E740481C1C}">
                <a14:useLocalDpi xmlns:a14="http://schemas.microsoft.com/office/drawing/2010/main" val="0"/>
              </a:ext>
            </a:extLst>
          </a:blip>
          <a:srcRect/>
          <a:stretch/>
        </p:blipFill>
        <p:spPr>
          <a:xfrm>
            <a:off x="560941" y="1869701"/>
            <a:ext cx="4540217" cy="3118595"/>
          </a:xfrm>
          <a:prstGeom prst="rect">
            <a:avLst/>
          </a:prstGeom>
        </p:spPr>
      </p:pic>
      <p:pic>
        <p:nvPicPr>
          <p:cNvPr id="16" name="Espaço Reservado para Conteúdo 10">
            <a:extLst>
              <a:ext uri="{FF2B5EF4-FFF2-40B4-BE49-F238E27FC236}">
                <a16:creationId xmlns:a16="http://schemas.microsoft.com/office/drawing/2014/main" id="{85B449E5-338D-00F1-1887-9F43C6FC724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6727372" y="1869701"/>
            <a:ext cx="4540217" cy="3118595"/>
          </a:xfrm>
          <a:prstGeom prst="rect">
            <a:avLst/>
          </a:prstGeom>
        </p:spPr>
      </p:pic>
      <p:sp>
        <p:nvSpPr>
          <p:cNvPr id="4" name="CaixaDeTexto 3">
            <a:extLst>
              <a:ext uri="{FF2B5EF4-FFF2-40B4-BE49-F238E27FC236}">
                <a16:creationId xmlns:a16="http://schemas.microsoft.com/office/drawing/2014/main" id="{7947CB79-53CA-75CA-62C2-9D55C11E3E8E}"/>
              </a:ext>
            </a:extLst>
          </p:cNvPr>
          <p:cNvSpPr txBox="1"/>
          <p:nvPr/>
        </p:nvSpPr>
        <p:spPr>
          <a:xfrm>
            <a:off x="313872" y="1140066"/>
            <a:ext cx="6413500" cy="646331"/>
          </a:xfrm>
          <a:prstGeom prst="rect">
            <a:avLst/>
          </a:prstGeom>
          <a:noFill/>
        </p:spPr>
        <p:txBody>
          <a:bodyPr wrap="square">
            <a:spAutoFit/>
          </a:bodyPr>
          <a:lstStyle/>
          <a:p>
            <a:pPr algn="l">
              <a:spcAft>
                <a:spcPts val="450"/>
              </a:spcAft>
              <a:buFont typeface="Arial" panose="020B0604020202020204" pitchFamily="34" charset="0"/>
              <a:buChar char="•"/>
            </a:pPr>
            <a:r>
              <a:rPr lang="pt-BR" b="0" i="0" dirty="0">
                <a:solidFill>
                  <a:srgbClr val="666666"/>
                </a:solidFill>
                <a:effectLst/>
                <a:latin typeface="Open Sans" panose="020B0606030504020204" pitchFamily="34" charset="0"/>
              </a:rPr>
              <a:t>c) Selecione </a:t>
            </a:r>
            <a:r>
              <a:rPr lang="pt-BR" b="1" i="0" dirty="0">
                <a:solidFill>
                  <a:srgbClr val="666666"/>
                </a:solidFill>
                <a:effectLst/>
                <a:latin typeface="Open Sans" panose="020B0606030504020204" pitchFamily="34" charset="0"/>
              </a:rPr>
              <a:t>os funcionários com salário superior a R$5000,00</a:t>
            </a:r>
            <a:r>
              <a:rPr lang="pt-BR" b="0" i="0" dirty="0">
                <a:solidFill>
                  <a:srgbClr val="666666"/>
                </a:solidFill>
                <a:effectLst/>
                <a:latin typeface="Open Sans" panose="020B0606030504020204" pitchFamily="34" charset="0"/>
              </a:rPr>
              <a:t>.</a:t>
            </a:r>
          </a:p>
        </p:txBody>
      </p:sp>
      <p:sp>
        <p:nvSpPr>
          <p:cNvPr id="6" name="CaixaDeTexto 5">
            <a:extLst>
              <a:ext uri="{FF2B5EF4-FFF2-40B4-BE49-F238E27FC236}">
                <a16:creationId xmlns:a16="http://schemas.microsoft.com/office/drawing/2014/main" id="{719D5D93-240F-BB79-2EC4-A0298766B765}"/>
              </a:ext>
            </a:extLst>
          </p:cNvPr>
          <p:cNvSpPr txBox="1"/>
          <p:nvPr/>
        </p:nvSpPr>
        <p:spPr>
          <a:xfrm>
            <a:off x="5949480" y="5717934"/>
            <a:ext cx="6096000" cy="646331"/>
          </a:xfrm>
          <a:prstGeom prst="rect">
            <a:avLst/>
          </a:prstGeom>
          <a:noFill/>
        </p:spPr>
        <p:txBody>
          <a:bodyPr wrap="square">
            <a:spAutoFit/>
          </a:bodyPr>
          <a:lstStyle/>
          <a:p>
            <a:pPr algn="l">
              <a:spcAft>
                <a:spcPts val="450"/>
              </a:spcAft>
              <a:buFont typeface="Arial" panose="020B0604020202020204" pitchFamily="34" charset="0"/>
              <a:buChar char="•"/>
            </a:pPr>
            <a:r>
              <a:rPr lang="pt-BR" b="0" i="0" dirty="0">
                <a:solidFill>
                  <a:srgbClr val="666666"/>
                </a:solidFill>
                <a:effectLst/>
                <a:latin typeface="Open Sans" panose="020B0606030504020204" pitchFamily="34" charset="0"/>
              </a:rPr>
              <a:t>d) Selecione </a:t>
            </a:r>
            <a:r>
              <a:rPr lang="pt-BR" b="1" i="0" dirty="0">
                <a:solidFill>
                  <a:srgbClr val="666666"/>
                </a:solidFill>
                <a:effectLst/>
                <a:latin typeface="Open Sans" panose="020B0606030504020204" pitchFamily="34" charset="0"/>
              </a:rPr>
              <a:t>o nome do funcionário e o nome do seu respectivo departamento</a:t>
            </a:r>
            <a:r>
              <a:rPr lang="pt-BR" b="0" i="0" dirty="0">
                <a:solidFill>
                  <a:srgbClr val="666666"/>
                </a:solidFill>
                <a:effectLst/>
                <a:latin typeface="Open Sans" panose="020B0606030504020204" pitchFamily="34" charset="0"/>
              </a:rPr>
              <a:t> utilizando JOIN.</a:t>
            </a:r>
          </a:p>
        </p:txBody>
      </p:sp>
    </p:spTree>
    <p:extLst>
      <p:ext uri="{BB962C8B-B14F-4D97-AF65-F5344CB8AC3E}">
        <p14:creationId xmlns:p14="http://schemas.microsoft.com/office/powerpoint/2010/main" val="74773860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2A623-D86E-2D0A-B4E3-89F6EA937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83986-A221-D308-5647-C994EF0ADC43}"/>
              </a:ext>
            </a:extLst>
          </p:cNvPr>
          <p:cNvSpPr>
            <a:spLocks noGrp="1"/>
          </p:cNvSpPr>
          <p:nvPr>
            <p:ph type="title"/>
          </p:nvPr>
        </p:nvSpPr>
        <p:spPr>
          <a:xfrm>
            <a:off x="180816" y="184549"/>
            <a:ext cx="6400800" cy="885847"/>
          </a:xfrm>
        </p:spPr>
        <p:txBody>
          <a:bodyPr anchor="b">
            <a:normAutofit/>
          </a:bodyPr>
          <a:lstStyle/>
          <a:p>
            <a:r>
              <a:rPr lang="en-US" dirty="0" err="1"/>
              <a:t>Consultas</a:t>
            </a:r>
            <a:r>
              <a:rPr lang="en-US" dirty="0"/>
              <a:t> SQL </a:t>
            </a:r>
            <a:r>
              <a:rPr lang="en-US" dirty="0" err="1"/>
              <a:t>Realizadas</a:t>
            </a:r>
            <a:r>
              <a:rPr lang="en-US" dirty="0"/>
              <a:t> e </a:t>
            </a:r>
            <a:r>
              <a:rPr lang="en-US" dirty="0" err="1"/>
              <a:t>Resultados</a:t>
            </a:r>
            <a:r>
              <a:rPr lang="en-US" dirty="0"/>
              <a:t> </a:t>
            </a:r>
            <a:r>
              <a:rPr lang="en-US" dirty="0" err="1"/>
              <a:t>Obtidos</a:t>
            </a:r>
            <a:endParaRPr lang="en-US" dirty="0"/>
          </a:p>
        </p:txBody>
      </p:sp>
      <p:pic>
        <p:nvPicPr>
          <p:cNvPr id="11" name="Espaço Reservado para Conteúdo 10">
            <a:extLst>
              <a:ext uri="{FF2B5EF4-FFF2-40B4-BE49-F238E27FC236}">
                <a16:creationId xmlns:a16="http://schemas.microsoft.com/office/drawing/2014/main" id="{8249D005-54CD-52AE-A7B2-7DCDF2174A97}"/>
              </a:ext>
            </a:extLst>
          </p:cNvPr>
          <p:cNvPicPr>
            <a:picLocks noGrp="1" noChangeAspect="1"/>
          </p:cNvPicPr>
          <p:nvPr>
            <p:ph sz="quarter" idx="14"/>
          </p:nvPr>
        </p:nvPicPr>
        <p:blipFill>
          <a:blip r:embed="rId3" cstate="print">
            <a:extLst>
              <a:ext uri="{28A0092B-C50C-407E-A947-70E740481C1C}">
                <a14:useLocalDpi xmlns:a14="http://schemas.microsoft.com/office/drawing/2010/main" val="0"/>
              </a:ext>
            </a:extLst>
          </a:blip>
          <a:srcRect/>
          <a:stretch/>
        </p:blipFill>
        <p:spPr>
          <a:xfrm>
            <a:off x="560941" y="1869701"/>
            <a:ext cx="4540217" cy="3118595"/>
          </a:xfrm>
          <a:prstGeom prst="rect">
            <a:avLst/>
          </a:prstGeom>
        </p:spPr>
      </p:pic>
      <p:pic>
        <p:nvPicPr>
          <p:cNvPr id="16" name="Espaço Reservado para Conteúdo 10">
            <a:extLst>
              <a:ext uri="{FF2B5EF4-FFF2-40B4-BE49-F238E27FC236}">
                <a16:creationId xmlns:a16="http://schemas.microsoft.com/office/drawing/2014/main" id="{BBC1FE08-C1D1-74D7-43B1-F2896D30542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6727372" y="2266987"/>
            <a:ext cx="4540217" cy="2324023"/>
          </a:xfrm>
          <a:prstGeom prst="rect">
            <a:avLst/>
          </a:prstGeom>
        </p:spPr>
      </p:pic>
      <p:sp>
        <p:nvSpPr>
          <p:cNvPr id="5" name="CaixaDeTexto 4">
            <a:extLst>
              <a:ext uri="{FF2B5EF4-FFF2-40B4-BE49-F238E27FC236}">
                <a16:creationId xmlns:a16="http://schemas.microsoft.com/office/drawing/2014/main" id="{0377F225-C7DA-3A10-3602-7238F42DF5D3}"/>
              </a:ext>
            </a:extLst>
          </p:cNvPr>
          <p:cNvSpPr txBox="1"/>
          <p:nvPr/>
        </p:nvSpPr>
        <p:spPr>
          <a:xfrm>
            <a:off x="3866950" y="1285382"/>
            <a:ext cx="6097604" cy="369332"/>
          </a:xfrm>
          <a:prstGeom prst="rect">
            <a:avLst/>
          </a:prstGeom>
          <a:noFill/>
        </p:spPr>
        <p:txBody>
          <a:bodyPr wrap="square">
            <a:spAutoFit/>
          </a:bodyPr>
          <a:lstStyle/>
          <a:p>
            <a:pPr algn="l">
              <a:buNone/>
            </a:pPr>
            <a:r>
              <a:rPr lang="pt-BR" b="1" i="0" dirty="0">
                <a:solidFill>
                  <a:srgbClr val="666666"/>
                </a:solidFill>
                <a:effectLst/>
                <a:latin typeface="Open Sans" panose="020B0606030504020204" pitchFamily="34" charset="0"/>
              </a:rPr>
              <a:t>Atualização e Remoção de Dados:</a:t>
            </a:r>
          </a:p>
        </p:txBody>
      </p:sp>
      <p:sp>
        <p:nvSpPr>
          <p:cNvPr id="8" name="CaixaDeTexto 7">
            <a:extLst>
              <a:ext uri="{FF2B5EF4-FFF2-40B4-BE49-F238E27FC236}">
                <a16:creationId xmlns:a16="http://schemas.microsoft.com/office/drawing/2014/main" id="{A6BACD61-3D49-F2CA-10AD-317CFA122D22}"/>
              </a:ext>
            </a:extLst>
          </p:cNvPr>
          <p:cNvSpPr txBox="1"/>
          <p:nvPr/>
        </p:nvSpPr>
        <p:spPr>
          <a:xfrm>
            <a:off x="3381216" y="5203283"/>
            <a:ext cx="6097604" cy="1264449"/>
          </a:xfrm>
          <a:prstGeom prst="rect">
            <a:avLst/>
          </a:prstGeom>
          <a:noFill/>
        </p:spPr>
        <p:txBody>
          <a:bodyPr wrap="square">
            <a:spAutoFit/>
          </a:bodyPr>
          <a:lstStyle/>
          <a:p>
            <a:pPr algn="l">
              <a:spcAft>
                <a:spcPts val="450"/>
              </a:spcAft>
              <a:buFont typeface="Arial" panose="020B0604020202020204" pitchFamily="34" charset="0"/>
              <a:buChar char="•"/>
            </a:pPr>
            <a:r>
              <a:rPr lang="pt-BR" b="0" i="0" dirty="0">
                <a:solidFill>
                  <a:srgbClr val="666666"/>
                </a:solidFill>
                <a:effectLst/>
                <a:latin typeface="Open Sans" panose="020B0606030504020204" pitchFamily="34" charset="0"/>
              </a:rPr>
              <a:t>a) Atualize o salário de um funcionário específico, alterando-o para um novo valor. ID: 1 atualizado</a:t>
            </a:r>
          </a:p>
          <a:p>
            <a:pPr algn="l">
              <a:spcAft>
                <a:spcPts val="450"/>
              </a:spcAft>
              <a:buFont typeface="Arial" panose="020B0604020202020204" pitchFamily="34" charset="0"/>
              <a:buChar char="•"/>
            </a:pPr>
            <a:r>
              <a:rPr lang="pt-BR" b="0" i="0" dirty="0">
                <a:solidFill>
                  <a:srgbClr val="666666"/>
                </a:solidFill>
                <a:effectLst/>
                <a:latin typeface="Open Sans" panose="020B0606030504020204" pitchFamily="34" charset="0"/>
              </a:rPr>
              <a:t>b) Delete um funcionário da tabela com base no seu ID</a:t>
            </a:r>
            <a:r>
              <a:rPr lang="pt-BR" dirty="0">
                <a:solidFill>
                  <a:srgbClr val="666666"/>
                </a:solidFill>
                <a:latin typeface="Open Sans" panose="020B0606030504020204" pitchFamily="34" charset="0"/>
              </a:rPr>
              <a:t>. ID: 10 excluído.</a:t>
            </a:r>
            <a:endParaRPr lang="pt-BR" b="0" i="0" dirty="0">
              <a:solidFill>
                <a:srgbClr val="666666"/>
              </a:solidFill>
              <a:effectLst/>
              <a:latin typeface="Open Sans" panose="020B0606030504020204" pitchFamily="34" charset="0"/>
            </a:endParaRPr>
          </a:p>
        </p:txBody>
      </p:sp>
    </p:spTree>
    <p:extLst>
      <p:ext uri="{BB962C8B-B14F-4D97-AF65-F5344CB8AC3E}">
        <p14:creationId xmlns:p14="http://schemas.microsoft.com/office/powerpoint/2010/main" val="406122342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E267C-EF89-E96D-AB58-4A721BF5FB8F}"/>
              </a:ext>
            </a:extLst>
          </p:cNvPr>
          <p:cNvSpPr>
            <a:spLocks noGrp="1"/>
          </p:cNvSpPr>
          <p:nvPr>
            <p:ph type="title"/>
          </p:nvPr>
        </p:nvSpPr>
        <p:spPr>
          <a:xfrm>
            <a:off x="7491984" y="955810"/>
            <a:ext cx="4114800" cy="1244051"/>
          </a:xfrm>
        </p:spPr>
        <p:txBody>
          <a:bodyPr anchor="b">
            <a:normAutofit/>
          </a:bodyPr>
          <a:lstStyle/>
          <a:p>
            <a:r>
              <a:rPr lang="en-US"/>
              <a:t>Análise Simples dos Dados da Empresa</a:t>
            </a:r>
          </a:p>
        </p:txBody>
      </p:sp>
      <p:pic>
        <p:nvPicPr>
          <p:cNvPr id="8" name="Content Placeholder 7" descr="Gráficos e gráficos Análise de dados financeiros Por favor, veja algumas fotos semelhantes da minha lightbox:">
            <a:extLst>
              <a:ext uri="{FF2B5EF4-FFF2-40B4-BE49-F238E27FC236}">
                <a16:creationId xmlns:a16="http://schemas.microsoft.com/office/drawing/2014/main" id="{0B0D41EF-6255-48D7-BC66-81BB4C93C381}"/>
              </a:ext>
            </a:extLst>
          </p:cNvPr>
          <p:cNvPicPr>
            <a:picLocks noGrp="1" noChangeAspect="1"/>
          </p:cNvPicPr>
          <p:nvPr>
            <p:ph type="pic" sz="quarter" idx="15"/>
          </p:nvPr>
        </p:nvPicPr>
        <p:blipFill>
          <a:blip r:embed="rId3"/>
          <a:stretch/>
        </p:blipFill>
        <p:spPr>
          <a:xfrm>
            <a:off x="0" y="1106234"/>
            <a:ext cx="6959600" cy="4645533"/>
          </a:xfrm>
        </p:spPr>
      </p:pic>
      <p:sp>
        <p:nvSpPr>
          <p:cNvPr id="7" name="Content Placeholder 6">
            <a:extLst>
              <a:ext uri="{FF2B5EF4-FFF2-40B4-BE49-F238E27FC236}">
                <a16:creationId xmlns:a16="http://schemas.microsoft.com/office/drawing/2014/main" id="{4CC9B2DD-9900-16A5-9537-2B59B66C495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491984" y="2791033"/>
            <a:ext cx="4114800" cy="3383280"/>
          </a:xfrm>
        </p:spPr>
        <p:txBody>
          <a:bodyPr>
            <a:normAutofit/>
          </a:bodyPr>
          <a:lstStyle/>
          <a:p>
            <a:pPr marL="0" indent="0">
              <a:lnSpc>
                <a:spcPct val="110000"/>
              </a:lnSpc>
              <a:spcBef>
                <a:spcPts val="2500"/>
              </a:spcBef>
              <a:buFont typeface="Arial" panose="020B0604020202020204" pitchFamily="34" charset="0"/>
              <a:buNone/>
            </a:pPr>
            <a:r>
              <a:rPr lang="en-US" sz="1300" b="1"/>
              <a:t>Distribuição de Funcionários por Departamento</a:t>
            </a:r>
          </a:p>
          <a:p>
            <a:pPr marL="0" lvl="1" indent="0">
              <a:lnSpc>
                <a:spcPct val="110000"/>
              </a:lnSpc>
              <a:buFont typeface="Arial" panose="020B0604020202020204" pitchFamily="34" charset="0"/>
              <a:buNone/>
            </a:pPr>
            <a:r>
              <a:rPr lang="en-US" sz="1300"/>
              <a:t>Analisar a quantidade de funcionários em cada departamento ajuda a entender a alocação de recursos humanos na empresa.</a:t>
            </a:r>
          </a:p>
          <a:p>
            <a:pPr marL="0" indent="0">
              <a:lnSpc>
                <a:spcPct val="110000"/>
              </a:lnSpc>
              <a:spcBef>
                <a:spcPts val="2500"/>
              </a:spcBef>
              <a:buFont typeface="Arial" panose="020B0604020202020204" pitchFamily="34" charset="0"/>
              <a:buNone/>
            </a:pPr>
            <a:r>
              <a:rPr lang="en-US" sz="1300" b="1"/>
              <a:t>Análise de Faixa Salarial</a:t>
            </a:r>
          </a:p>
          <a:p>
            <a:pPr marL="0" lvl="1" indent="0">
              <a:lnSpc>
                <a:spcPct val="110000"/>
              </a:lnSpc>
              <a:buFont typeface="Arial" panose="020B0604020202020204" pitchFamily="34" charset="0"/>
              <a:buNone/>
            </a:pPr>
            <a:r>
              <a:rPr lang="en-US" sz="1300"/>
              <a:t>Verificar quantos funcionários recebem salários acima de R$ 5.000,00 indica cargos de senioridade e responsabilidade.</a:t>
            </a:r>
          </a:p>
          <a:p>
            <a:pPr marL="0" indent="0">
              <a:lnSpc>
                <a:spcPct val="110000"/>
              </a:lnSpc>
              <a:spcBef>
                <a:spcPts val="2500"/>
              </a:spcBef>
              <a:buFont typeface="Arial" panose="020B0604020202020204" pitchFamily="34" charset="0"/>
              <a:buNone/>
            </a:pPr>
            <a:r>
              <a:rPr lang="en-US" sz="1300" b="1"/>
              <a:t>Análise das Datas de Admissão</a:t>
            </a:r>
          </a:p>
          <a:p>
            <a:pPr marL="0" lvl="1" indent="0">
              <a:lnSpc>
                <a:spcPct val="110000"/>
              </a:lnSpc>
              <a:buFont typeface="Arial" panose="020B0604020202020204" pitchFamily="34" charset="0"/>
              <a:buNone/>
            </a:pPr>
            <a:r>
              <a:rPr lang="en-US" sz="1300"/>
              <a:t>Avaliar datas de admissão ajuda a calcular o tempo médio de permanência dos funcionários na empresa.</a:t>
            </a:r>
          </a:p>
        </p:txBody>
      </p:sp>
    </p:spTree>
    <p:extLst>
      <p:ext uri="{BB962C8B-B14F-4D97-AF65-F5344CB8AC3E}">
        <p14:creationId xmlns:p14="http://schemas.microsoft.com/office/powerpoint/2010/main" val="3160265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17BF5-8FDA-4A02-A4A8-5DFF8F6020AE}"/>
              </a:ext>
            </a:extLst>
          </p:cNvPr>
          <p:cNvSpPr>
            <a:spLocks noGrp="1"/>
          </p:cNvSpPr>
          <p:nvPr>
            <p:ph type="title"/>
          </p:nvPr>
        </p:nvSpPr>
        <p:spPr>
          <a:xfrm>
            <a:off x="5210016" y="957435"/>
            <a:ext cx="6400800" cy="885847"/>
          </a:xfrm>
        </p:spPr>
        <p:txBody>
          <a:bodyPr anchor="b">
            <a:normAutofit/>
          </a:bodyPr>
          <a:lstStyle/>
          <a:p>
            <a:r>
              <a:rPr lang="en-US" dirty="0" err="1"/>
              <a:t>Conclusão</a:t>
            </a:r>
            <a:endParaRPr lang="en-US" dirty="0"/>
          </a:p>
        </p:txBody>
      </p:sp>
      <p:pic>
        <p:nvPicPr>
          <p:cNvPr id="8" name="Content Placeholder 7" descr="Servidor 3D com pastas">
            <a:extLst>
              <a:ext uri="{FF2B5EF4-FFF2-40B4-BE49-F238E27FC236}">
                <a16:creationId xmlns:a16="http://schemas.microsoft.com/office/drawing/2014/main" id="{67C69997-595F-41DA-8799-0D366573A82D}"/>
              </a:ext>
            </a:extLst>
          </p:cNvPr>
          <p:cNvPicPr>
            <a:picLocks noGrp="1" noChangeAspect="1"/>
          </p:cNvPicPr>
          <p:nvPr>
            <p:ph type="pic" sz="quarter" idx="15"/>
          </p:nvPr>
        </p:nvPicPr>
        <p:blipFill>
          <a:blip r:embed="rId3"/>
          <a:srcRect l="12381" r="27164" b="1"/>
          <a:stretch>
            <a:fillRect/>
          </a:stretch>
        </p:blipFill>
        <p:spPr>
          <a:xfrm>
            <a:off x="2" y="10"/>
            <a:ext cx="4698090" cy="6857991"/>
          </a:xfrm>
        </p:spPr>
      </p:pic>
      <p:sp>
        <p:nvSpPr>
          <p:cNvPr id="7" name="Content Placeholder 6">
            <a:extLst>
              <a:ext uri="{FF2B5EF4-FFF2-40B4-BE49-F238E27FC236}">
                <a16:creationId xmlns:a16="http://schemas.microsoft.com/office/drawing/2014/main" id="{828E5524-0F2E-9369-4F17-16CE3DFA71C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lvl="1" indent="0">
              <a:buFont typeface="Arial" panose="020B0604020202020204" pitchFamily="34" charset="0"/>
              <a:buNone/>
            </a:pPr>
            <a:r>
              <a:rPr dirty="0"/>
              <a:t>A </a:t>
            </a:r>
            <a:r>
              <a:rPr dirty="0" err="1"/>
              <a:t>modelagem</a:t>
            </a:r>
            <a:r>
              <a:rPr dirty="0"/>
              <a:t> </a:t>
            </a:r>
            <a:r>
              <a:rPr dirty="0" err="1"/>
              <a:t>Entidade-Relacionamento</a:t>
            </a:r>
            <a:r>
              <a:rPr dirty="0"/>
              <a:t> e </a:t>
            </a:r>
            <a:r>
              <a:rPr dirty="0" err="1"/>
              <a:t>criação</a:t>
            </a:r>
            <a:r>
              <a:rPr dirty="0"/>
              <a:t> do banco </a:t>
            </a:r>
            <a:r>
              <a:rPr dirty="0" err="1"/>
              <a:t>EmpresaDB</a:t>
            </a:r>
            <a:r>
              <a:rPr dirty="0"/>
              <a:t> </a:t>
            </a:r>
            <a:r>
              <a:rPr dirty="0" err="1"/>
              <a:t>mostram</a:t>
            </a:r>
            <a:r>
              <a:rPr dirty="0"/>
              <a:t> a </a:t>
            </a:r>
            <a:r>
              <a:rPr dirty="0" err="1"/>
              <a:t>importância</a:t>
            </a:r>
            <a:r>
              <a:rPr dirty="0"/>
              <a:t> de </a:t>
            </a:r>
            <a:r>
              <a:rPr dirty="0" err="1"/>
              <a:t>uma</a:t>
            </a:r>
            <a:r>
              <a:rPr dirty="0"/>
              <a:t> </a:t>
            </a:r>
            <a:r>
              <a:rPr dirty="0" err="1"/>
              <a:t>estrutura</a:t>
            </a:r>
            <a:r>
              <a:rPr dirty="0"/>
              <a:t> </a:t>
            </a:r>
            <a:r>
              <a:rPr dirty="0" err="1"/>
              <a:t>organizada</a:t>
            </a:r>
            <a:r>
              <a:rPr dirty="0"/>
              <a:t> para dados </a:t>
            </a:r>
            <a:r>
              <a:rPr dirty="0" err="1"/>
              <a:t>eficientes</a:t>
            </a:r>
            <a:r>
              <a:rPr dirty="0"/>
              <a:t>.</a:t>
            </a:r>
            <a:endParaRPr lang="en-US" dirty="0"/>
          </a:p>
          <a:p>
            <a:pPr marL="0" lvl="1" indent="0">
              <a:buFont typeface="Arial" panose="020B0604020202020204" pitchFamily="34" charset="0"/>
              <a:buNone/>
            </a:pPr>
            <a:r>
              <a:rPr dirty="0" err="1"/>
              <a:t>Consultas</a:t>
            </a:r>
            <a:r>
              <a:rPr dirty="0"/>
              <a:t>, </a:t>
            </a:r>
            <a:r>
              <a:rPr dirty="0" err="1"/>
              <a:t>inserções</a:t>
            </a:r>
            <a:r>
              <a:rPr dirty="0"/>
              <a:t>, </a:t>
            </a:r>
            <a:r>
              <a:rPr dirty="0" err="1"/>
              <a:t>atualizações</a:t>
            </a:r>
            <a:r>
              <a:rPr dirty="0"/>
              <a:t> e </a:t>
            </a:r>
            <a:r>
              <a:rPr dirty="0" err="1"/>
              <a:t>remoções</a:t>
            </a:r>
            <a:r>
              <a:rPr dirty="0"/>
              <a:t> </a:t>
            </a:r>
            <a:r>
              <a:rPr dirty="0" err="1"/>
              <a:t>demonstram</a:t>
            </a:r>
            <a:r>
              <a:rPr dirty="0"/>
              <a:t> </a:t>
            </a:r>
            <a:r>
              <a:rPr dirty="0" err="1"/>
              <a:t>manipulação</a:t>
            </a:r>
            <a:r>
              <a:rPr dirty="0"/>
              <a:t> </a:t>
            </a:r>
            <a:r>
              <a:rPr dirty="0" err="1"/>
              <a:t>prática</a:t>
            </a:r>
            <a:r>
              <a:rPr dirty="0"/>
              <a:t> e </a:t>
            </a:r>
            <a:r>
              <a:rPr dirty="0" err="1"/>
              <a:t>manutenção</a:t>
            </a:r>
            <a:r>
              <a:rPr dirty="0"/>
              <a:t> da </a:t>
            </a:r>
            <a:r>
              <a:rPr dirty="0" err="1"/>
              <a:t>integridade</a:t>
            </a:r>
            <a:r>
              <a:rPr dirty="0"/>
              <a:t> dos dados </a:t>
            </a:r>
            <a:r>
              <a:rPr dirty="0" err="1"/>
              <a:t>em</a:t>
            </a:r>
            <a:r>
              <a:rPr dirty="0"/>
              <a:t> SQL.</a:t>
            </a:r>
            <a:r>
              <a:rPr lang="pt-BR" dirty="0"/>
              <a:t> Todos</a:t>
            </a:r>
            <a:endParaRPr lang="en-US" dirty="0"/>
          </a:p>
          <a:p>
            <a:pPr marL="0" lvl="1" indent="0">
              <a:buFont typeface="Arial" panose="020B0604020202020204" pitchFamily="34" charset="0"/>
              <a:buNone/>
            </a:pPr>
            <a:r>
              <a:rPr lang="pt-BR" dirty="0"/>
              <a:t>Os d</a:t>
            </a:r>
            <a:r>
              <a:rPr dirty="0" err="1"/>
              <a:t>ados</a:t>
            </a:r>
            <a:r>
              <a:rPr dirty="0"/>
              <a:t> </a:t>
            </a:r>
            <a:r>
              <a:rPr dirty="0" err="1"/>
              <a:t>armazenados</a:t>
            </a:r>
            <a:r>
              <a:rPr dirty="0"/>
              <a:t> </a:t>
            </a:r>
            <a:r>
              <a:rPr dirty="0" err="1"/>
              <a:t>foram</a:t>
            </a:r>
            <a:r>
              <a:rPr dirty="0"/>
              <a:t> </a:t>
            </a:r>
            <a:r>
              <a:rPr dirty="0" err="1"/>
              <a:t>analisados</a:t>
            </a:r>
            <a:r>
              <a:rPr dirty="0"/>
              <a:t> para </a:t>
            </a:r>
            <a:r>
              <a:rPr dirty="0" err="1"/>
              <a:t>transformar</a:t>
            </a:r>
            <a:r>
              <a:rPr dirty="0"/>
              <a:t> </a:t>
            </a:r>
            <a:r>
              <a:rPr dirty="0" err="1"/>
              <a:t>informações</a:t>
            </a:r>
            <a:r>
              <a:rPr dirty="0"/>
              <a:t> </a:t>
            </a:r>
            <a:r>
              <a:rPr dirty="0" err="1"/>
              <a:t>em</a:t>
            </a:r>
            <a:r>
              <a:rPr dirty="0"/>
              <a:t> </a:t>
            </a:r>
            <a:r>
              <a:rPr dirty="0" err="1"/>
              <a:t>conhecimento</a:t>
            </a:r>
            <a:r>
              <a:rPr dirty="0"/>
              <a:t> </a:t>
            </a:r>
            <a:r>
              <a:rPr dirty="0" err="1"/>
              <a:t>útil</a:t>
            </a:r>
            <a:r>
              <a:rPr dirty="0"/>
              <a:t> para </a:t>
            </a:r>
            <a:r>
              <a:rPr dirty="0" err="1"/>
              <a:t>decisões</a:t>
            </a:r>
            <a:r>
              <a:rPr dirty="0"/>
              <a:t> </a:t>
            </a:r>
            <a:r>
              <a:rPr dirty="0" err="1"/>
              <a:t>empresariais</a:t>
            </a:r>
            <a:r>
              <a:rPr dirty="0"/>
              <a:t>.</a:t>
            </a:r>
            <a:r>
              <a:rPr lang="pt-BR" dirty="0"/>
              <a:t> </a:t>
            </a:r>
            <a:endParaRPr lang="en-US" dirty="0"/>
          </a:p>
        </p:txBody>
      </p:sp>
    </p:spTree>
    <p:extLst>
      <p:ext uri="{BB962C8B-B14F-4D97-AF65-F5344CB8AC3E}">
        <p14:creationId xmlns:p14="http://schemas.microsoft.com/office/powerpoint/2010/main" val="16254890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Gradiente escuro">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_wac_EF_v6" id="{47884C33-930F-4983-8A90-805F27C1336E}" vid="{C24D1BEE-D710-440D-8162-B32A89E9C6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2387</Words>
  <Application>Microsoft Office PowerPoint</Application>
  <PresentationFormat>Widescreen</PresentationFormat>
  <Paragraphs>64</Paragraphs>
  <Slides>9</Slides>
  <Notes>9</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9</vt:i4>
      </vt:variant>
    </vt:vector>
  </HeadingPairs>
  <TitlesOfParts>
    <vt:vector size="16" baseType="lpstr">
      <vt:lpstr>Aptos</vt:lpstr>
      <vt:lpstr>Arial</vt:lpstr>
      <vt:lpstr>Arial Nova Light</vt:lpstr>
      <vt:lpstr>Calibri</vt:lpstr>
      <vt:lpstr>Neue Haas Grotesk Text Pro</vt:lpstr>
      <vt:lpstr>Open Sans</vt:lpstr>
      <vt:lpstr>Gradiente escuro</vt:lpstr>
      <vt:lpstr>Atividade Prática de SQL e Modelagem de Dados – EmpresaDB</vt:lpstr>
      <vt:lpstr>Desenvolvimento da Atividade SQL e Banco de Dados EmpresaDB</vt:lpstr>
      <vt:lpstr>Modelo Entidade-Relacionamento (ER) do Banco EmpresaDB</vt:lpstr>
      <vt:lpstr>Estrutura e Explicação do Banco de Dados EmpresaDB</vt:lpstr>
      <vt:lpstr>Consultas SQL Realizadas e Resultados Obtidos</vt:lpstr>
      <vt:lpstr>Consultas SQL Realizadas e Resultados Obtidos</vt:lpstr>
      <vt:lpstr>Consultas SQL Realizadas e Resultados Obtidos</vt:lpstr>
      <vt:lpstr>Análise Simples dos Dados da Empresa</vt:lpstr>
      <vt:lpstr>Conclusão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alickson.rlsantos@senacsp.edu.br</dc:creator>
  <cp:lastModifiedBy>ALICKSON RAMOS LISBOA DOS SANTOS</cp:lastModifiedBy>
  <cp:revision>1</cp:revision>
  <dcterms:modified xsi:type="dcterms:W3CDTF">2026-04-06T20:26:20Z</dcterms:modified>
</cp:coreProperties>
</file>